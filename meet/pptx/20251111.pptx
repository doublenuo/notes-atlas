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69146-5CE9-42D1-A17B-F77C0363324A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E2A95-8E33-49FC-A91E-60D21EE6F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2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E2A95-8E33-49FC-A91E-60D21EE6FC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68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C70E7-05D6-AD40-86FD-CC71CC180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C0B0B5-E21E-156E-F132-E0B0939C2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0CFD0F-9998-1271-3EA3-970FFF72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B54FFB-580C-436B-6FC5-242741CE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B6E08-B1F3-B2DF-29E3-0B794025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30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70E0B-7799-E88B-DFD9-EF5CDF35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C20C95-B3ED-0328-2184-3FE866B1D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D04D9-AAF8-AD59-FFE9-E615EAB8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469732-72BD-2179-8401-D88A90A3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2BE26C-65C7-9EB1-27C3-E75FCCA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84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466F6-006E-5F21-46E4-E22F6E68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18ECB8-E3B5-4561-FFB6-2827F333D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221E0-F37B-9C93-9221-4C4B3FA8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68220-1285-357D-0C82-76A5A1C9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E4BA2-AD38-3426-C31A-72ABD26C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13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CED26-6134-8E82-BCE8-C3FC0C09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7D3F4-1328-81D1-F5D0-8497DC807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1DE0A0-73CE-21E5-48A5-E03A19650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5D30D9-BF18-F8A1-06C2-0D0E45E9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877F2-0686-DB78-CAE0-958A3191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0F279E-9533-4C75-E6A1-8258ED23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36559-45AD-16C8-EF6D-0EFECB39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B993CB-CC7C-1EDA-3BAD-6A0CA452E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C8E58C-061D-8904-A011-908150B0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40D92C-06CC-5B27-04A5-567099259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B39C9E-6610-080B-C0D4-8AF561BAF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99E337-35E7-C7F2-BCAE-EE98D4CA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A84270-058F-7D07-84F3-E6C7F318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09A8A8-9C5A-F4DC-5A98-62F85362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16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2E6DC-A8EE-7D00-C2D6-46791649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76C169-0858-E740-45A1-B76D950A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30B191-A250-636F-3B5B-6736281C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7F1068-85A2-8462-720C-B706371F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9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12606A-65E8-BFB8-0B65-511F6716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9B4EC8-C4D5-6263-8D35-143A7C84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9799DE-35C4-7009-8A10-4A1B53DB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48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9E968-C111-F0E6-BCE1-AD33F35C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08B34-FE14-F90E-F6A5-FB8093602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A446C-3DA7-CF4C-0FBF-F27EE14C5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0D0E84-4539-0332-520B-D7E46271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1EA7D6-201F-FCD2-A6FA-98EFB88D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C0B0F3-56C0-2D73-973E-CD7EC937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72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6BA2B-C878-3FFD-A0B8-35C7A73F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577E87-9214-8ECE-FA17-D4D6D0DAB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37AE6-95FE-213D-CAA4-D75883FD6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E3E789-6960-89E3-F4D7-D4D5BE11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EDCC05-DC67-BD75-5554-7D4C4D74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87627-4930-0210-308D-500C3295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75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ADF11-9171-EC3C-5954-97CD28E7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50BE6-5D0C-C220-84A8-51032F6F0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14BA9-825F-E407-1983-4FA495FC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E57E55-47F2-AC15-CFB6-C44A5B47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55B4E-8040-D119-9E09-4902A32A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66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6EB105-438B-FDD4-8C23-136CA318B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00A12B-7F1F-373E-617B-6EFB41A76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08225-D3FC-30A1-6985-5853BBFE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D92CF-8DA3-C971-7B86-7CD7B020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29FDD-3FC8-AC9F-F5D4-0C9A3FA06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5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081F99-4008-B912-33E2-8ADBB9FC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20C780-952B-8799-A278-F2624AF1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776EB6-ABDB-4BC7-69A2-19CD34437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B1A48-D6E0-42C1-ABDA-8633973E42C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8751A-9013-4ABB-3FD2-B99A5EBD8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9338F-A44C-D213-7B2A-4F8011985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0AC94-1E0B-4E6C-8D77-C387FF1E6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8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50088-0092-718B-D3AE-D5A6A48D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975"/>
            <a:ext cx="10515600" cy="1504336"/>
          </a:xfrm>
        </p:spPr>
        <p:txBody>
          <a:bodyPr>
            <a:normAutofit fontScale="90000"/>
          </a:bodyPr>
          <a:lstStyle/>
          <a:p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See, Hear, and Feel: Smart Sensory Fusion for Robotic Manipulation                           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CoRL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2022. 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AE1510-1A07-4E38-AB60-E327B4E32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0490"/>
            <a:ext cx="8249265" cy="43513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F86479-22E2-1F7E-B134-FB7025FE4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986" y="2005473"/>
            <a:ext cx="38957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5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0B244E-1078-3133-677E-2968EDD2E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81" y="3685"/>
            <a:ext cx="5309419" cy="6477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77B6D5-681A-7B73-91B6-8DB3B3162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28904"/>
            <a:ext cx="6971072" cy="2929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B04641-53BC-FA26-194D-3966A5892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84969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4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19</Words>
  <Application>Microsoft Office PowerPoint</Application>
  <PresentationFormat>宽屏</PresentationFormat>
  <Paragraphs>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 See, Hear, and Feel: Smart Sensory Fusion for Robotic Manipulation                            CoRL 2022. 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2</cp:revision>
  <dcterms:created xsi:type="dcterms:W3CDTF">2025-11-09T01:59:40Z</dcterms:created>
  <dcterms:modified xsi:type="dcterms:W3CDTF">2025-11-11T01:21:37Z</dcterms:modified>
</cp:coreProperties>
</file>