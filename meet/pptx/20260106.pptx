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12971-0783-04E2-AC0F-003E6AF0F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363012-3EDD-8F0B-9B84-444671978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E0B61D-DCFE-3703-43BA-66D23386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37D498-84C1-882D-A4F6-6D63C15D4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778F1F-5104-3C20-0FB4-D5E4A9C5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22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D6A4F-AA63-3F99-C5EB-C0278BE2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BB0CD2-F957-42E0-E524-B911B0648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75604-0E91-DF69-E1D0-7A4A4E4B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C569EA-9F41-48B5-E9EA-8003E8AAB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053CC-2D49-D808-B8F8-8D0900AC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20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3F154-C9D5-F21A-2F76-E40B220C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E59883-5CED-0791-0618-1099AE0FD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8D22A3-F77A-8DF3-333B-BDF07379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61E75E-2A9C-F1EB-47B2-47F651DDD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9D3E2-2653-9B29-6FE8-D991EC0F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11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31541-B865-DEE3-C791-06965F019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47FF8A-8250-4B63-E935-249E65665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211370-7956-66C3-1D48-3A460EFC5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7C0F25-200D-ABA4-3A18-EE691B0F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7D1A15-7980-648C-D556-595BCEDCD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6B5A10-2CE5-53BE-82DF-A413025E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33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AF657-5A41-726F-768B-CFCB1BA8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70C114-3DA6-0FAE-E8BD-05D93F1F6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D6D282-4BAC-38C8-533B-116481EDB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C34519-ACED-4AA4-11CB-26E98AB041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84F80E-D8D0-A0E8-E813-8D6A54BEF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9DEE77-3480-263C-41DC-FC457BDD0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EC1D5F-EBDC-BFE9-43D4-E2657FC7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338396-7891-F9A1-D043-18F896EFE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23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8F1C3-B8FF-5A46-08FE-199374B5F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6588FD-06F2-46D4-9920-B08989D8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F8AC3F-A61A-8B58-5BDF-8C60CD9D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81CB5A-93EE-2011-1EF6-064FA6AA4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26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ED15C3-D90A-D097-8C03-B0D1C343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84A134-0C4D-D584-4E37-1F1F9477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05EBBC-6190-0B93-47DB-745765B2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09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CD6BB-C01D-00FD-D08F-9C7E77E4D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BCB759-872B-8519-F783-4270A26C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6DCCF2-C0A1-4196-5EDC-7C73471B9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4D1499-11D2-C36C-034E-8B7362C1D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7099D4-7038-24C7-A80C-74AB350F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FF6370-2198-F912-2539-E6571525B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57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D5E53-EE61-26C8-CE53-FF5D94DC6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E2EDC0-30EE-3B64-D459-E68C1BB2B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CE2351-94FA-E59A-9207-B6C52ABE6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CDD0BE-D2A7-460F-2C74-66A0C2C5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56B14D-8FFA-B631-8E8E-AD8982FB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0807AF-F978-AADD-0CE7-B2D200BF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18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6B3A9-02F2-21BA-BF71-43983D44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96786D-995C-A29E-B8A9-1FE955B74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B8781E-3B08-5E0C-CCC3-ED935EFC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DD473D-F6C4-C4A3-0CFC-425383616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79609A-38E3-9235-F240-EA0DB2F3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68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92F966-F63E-EA15-5586-C943AE9EE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EBC12-2F3A-B5C4-AA6D-F0BF9DB6E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A420B9-23FA-2FFB-F27B-CC1FD110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D8CAE8-8389-72CE-B95B-54E55F0B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C0A0D2-2DEA-8DD0-FC85-E01E8304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246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81CCC5-531C-061B-0D81-5D1E2E2D2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A3BC60-3FF8-DC2D-1DD6-94A18C356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B5DE92-F4CB-8E7A-BD96-71EBB57B4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33123-AB80-4943-8656-3B40CC3B3F6E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0B2838-E507-46D3-5061-0F42FFD01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8A038A-CA47-3E46-7687-E2CBC643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968BB-CF19-46B2-A53E-7EEC3FC23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355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74997-AD2D-5960-5258-0502CF85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35" y="315963"/>
            <a:ext cx="11560277" cy="1325563"/>
          </a:xfrm>
        </p:spPr>
        <p:txBody>
          <a:bodyPr>
            <a:noAutofit/>
          </a:bodyPr>
          <a:lstStyle/>
          <a:p>
            <a:b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TwinVLA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Data-Efficient Bimanual Manipulation with Twin Single-Arm Vision-Language-Action Models</a:t>
            </a:r>
            <a:b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A7D447A3-0F23-38A9-1DDE-7485A0681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137" y="1896269"/>
            <a:ext cx="922972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77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3CFCCC02-AA9D-2007-0173-80CFEE5BB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62" r="2" b="2"/>
          <a:stretch>
            <a:fillRect/>
          </a:stretch>
        </p:blipFill>
        <p:spPr>
          <a:xfrm>
            <a:off x="763524" y="733986"/>
            <a:ext cx="10664952" cy="5390029"/>
          </a:xfrm>
          <a:prstGeom prst="rect">
            <a:avLst/>
          </a:prstGeom>
          <a:effectLst>
            <a:outerShdw blurRad="292100" dist="165100" dir="6000000" sx="97000" sy="97000" algn="t" rotWithShape="0">
              <a:prstClr val="black">
                <a:alpha val="3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7532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12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 TwinVLA: Data-Efficient Bimanual Manipulation with Twin Single-Arm Vision-Language-Action Models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5</cp:revision>
  <dcterms:created xsi:type="dcterms:W3CDTF">2026-01-04T13:08:07Z</dcterms:created>
  <dcterms:modified xsi:type="dcterms:W3CDTF">2026-01-07T01:52:57Z</dcterms:modified>
</cp:coreProperties>
</file>