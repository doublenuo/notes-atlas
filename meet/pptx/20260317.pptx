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A4530-19C8-5131-CF37-0A40F3929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AE7507-196F-F6DD-DCB4-E5A993A59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BB2742-70FB-DD36-8AAC-C10244B3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87B9D-1452-8ED6-7AC2-A5D47B3D1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92361-981D-65ED-84A2-6235CE8B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84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1F28F-438C-9CBF-7818-BA5B4D46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061292-F358-A5A8-9F13-28A62CC45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DBBB89-8B79-1826-DC52-9C2EA1C0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0CB42C-ED04-89F3-797C-43B069893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6897C4-1597-B231-802C-9DB26E05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730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1AAFF-6FF1-5FF3-3849-F67BCF72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E60E74-8755-71D4-7840-7200D0BB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3663A-B58B-1E2B-2517-B32B977B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5C086-AD23-ACEA-6EF7-47CED451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0EE655-F913-F64A-3311-45334E62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5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3D7D3-D95C-F01A-B3A9-2863D1FE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41ED0-DD56-3426-0F71-BA89AEC78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8F53D5-8C07-D99A-7B86-07900804E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CF5CFE-97F2-9AE4-B0B8-5503324B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820848-F244-0B57-C846-0C35DC8C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866EAE-06D7-1A56-5182-01D514BE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646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AFEF7-D037-9DCB-0237-0BA43FFD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FCD52A-BDFB-FE64-726E-7E9E14FAC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90A3C2-7299-46FD-8695-B8D82FDC7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7E4271-32FC-F281-53C4-299C61925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9C869F-64ED-18F2-FDA3-8D078AA4B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37BEE1-96BF-F091-BBBA-329A3856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DB0BE0-92A5-3DB3-D28E-7FC15246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F24334-2B50-800B-445A-E5762E3C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23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8A7AC-BECF-491F-12C2-FE573AFF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0CAD35-8F76-A53E-AEEC-18AF4EB5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0586E3-CAA4-14D8-7EB2-1A99E4933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1DCCD3-B7E0-AB26-DB8A-15F3D80C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86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144CE3-EB44-1B45-845A-35732BDE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E320E6-1A01-75DC-09C4-9B9BD65A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F821CF-3A36-2C6D-AB80-117C3562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05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00A6E-3AD0-330C-AFE5-717F8B68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95BAE0-908D-9F69-E16B-1A0158185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EA755D-C660-5B82-760D-791C1545A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3D8068-368C-CD19-B055-95E29788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2E98B3-BD54-7A74-DD24-72324AA4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1EF25-ADAC-22AF-FC06-07B4CA15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05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A70BB-2DBE-AF08-C791-3348F755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26F974-59D3-E6F7-626E-632BC0F4E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32EF20-F366-01BC-2615-48A1362F4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A6EA2C-4C0A-0C61-550F-9EB34B77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99382A-602B-FD09-6919-B728360F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460354-7690-2BBF-2C99-47A1A6A5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54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98627-5484-B2EC-47CD-F9C2DE25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FD0AA4-0A71-918B-4974-DA85739B9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3721E3-86E6-F468-B34D-FAD7F95F1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82B7C3-C950-0C1F-0028-EBDF8E10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DCADBD-9385-F31B-FD27-3A7CA963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52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D95B4-A38E-D18D-1748-78C744C1D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C6AA8E-C40C-03F0-F9B2-58975948A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36E3F4-7816-C3D8-2399-1C9C855B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1E0C5F-3967-B33A-E63F-FB6B29AE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AA4B61-AC08-03EB-8F59-B9C003F4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E8FEF3-986F-048F-55EE-EFEF77073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95101D-1998-EBED-60FB-A438B2583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88C3DB-1446-5EE5-814D-951908485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643CC-04D8-4729-B5B3-6B35C14446C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A1767C-2A55-948D-A8BB-E6FCC228A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01F4DB-6E3A-7D7F-899C-282A1DA8F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0431E-F44F-4724-A17A-BE793451A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40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37893-AFB1-6CAA-4082-10821209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WMPO: World Model-based Policy Optimization for Vision-Language-Action Models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91530EB-25DF-7954-C95C-A369A929E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04887" y="2071406"/>
            <a:ext cx="101822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18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WMPO: World Model-based Policy Optimization for Vision-Language-Action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1</cp:revision>
  <dcterms:created xsi:type="dcterms:W3CDTF">2026-03-16T04:20:10Z</dcterms:created>
  <dcterms:modified xsi:type="dcterms:W3CDTF">2026-03-16T04:38:20Z</dcterms:modified>
</cp:coreProperties>
</file>