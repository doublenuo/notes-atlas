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71" autoAdjust="0"/>
  </p:normalViewPr>
  <p:slideViewPr>
    <p:cSldViewPr snapToGrid="0">
      <p:cViewPr varScale="1">
        <p:scale>
          <a:sx n="70" d="100"/>
          <a:sy n="70" d="100"/>
        </p:scale>
        <p:origin x="11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6DE29-D015-4345-8EF8-492AD3CC3CFD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B5765B-D6D5-4532-A6B6-BAB3DA0AF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178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731CD-1469-AA83-6A56-2D6AE30E3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89A80B-923E-A6E3-698C-7211F7EB2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D8871-6BD5-2EE4-CFA3-555D01B3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DC787B-0126-8927-5D0E-59AAF4C8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111DE1-BA9D-2A97-1256-CDF2CB9A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50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9A765-965C-4272-F9B9-EA2A0623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B37154-E67B-4CE6-F513-869D55913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3476E-5BE7-06A8-1B78-2FCEFA9D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3322A8-817D-4279-8EE2-8BEF1E26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30684A-EE92-72D7-0489-3D232141F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63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04979-1FC7-FDF9-E75A-EA77F7EFA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46D8BF-6097-F22D-E584-9459B9CC3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FBE35F-0F04-5AEC-3029-D215B040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618FC1-45BE-4508-599A-921E150FA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AD6BD-EF31-4AE1-1472-F90B7E2B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64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D0A81-9834-B407-42C1-FF9C9063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BE4A97-1826-55BF-8C2C-C7C4160AF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C062A2-6951-2A34-056B-C95A239A1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9F4450-4C82-05FC-AC9A-C1F585B7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CBB818-3814-02D6-4C70-63CD3959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B73595-79E7-0402-42B7-6F6F4EEB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54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2B353-0C63-6FDF-AF4C-FCA9C878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F5F909-6479-6B44-EAEC-F3551B6AF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4CD6C5-25E7-D5B0-EF2E-E57A7CA32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9222AB3-0F2D-6133-F934-332A64693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819C47-ECA5-6274-127A-9908F350E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551034-020A-51B0-8206-7255BD7F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7BBD4D-CF33-977F-2E94-58C83BCD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B83AC5-DAF3-0043-E9B9-29F88EEAD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61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DCDB7-4D6F-ECF2-EBAB-73D1C33E7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68FE77-EA78-473F-E1B4-4DAC51BA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33253D-6AAF-FCB8-BF42-11D0D768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24287D-C471-A321-ADBB-EA8D0010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27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D200CF-C93C-FA54-FA2C-3939588E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B051D0-FDC2-4BB8-761F-7276AA0E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27CBAF-7393-9298-7CB9-B602ADBC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80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8F696-66C9-9971-668D-0F8CFC6DA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611E42-F6F6-7F8E-71AA-7BB107F9F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E1B8BE-BBB8-B6F9-24D2-B21D697DA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7C2B77-9A05-4CF1-A993-3D617F86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ED50B3-076B-68EB-1AAB-44B006C3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9D3EA3-0E7E-CF77-3F2B-EC644D9E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92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82042-2D2F-A382-5A0D-40512772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78E89F-A537-A817-683B-B390E2962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CB3E97-947A-AD1B-2E6A-A90F82CA8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C7A953-0704-903B-AF17-12ADEC7E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609127-89BF-7928-C4F0-AD67F0183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F02CF7-2C37-F2B4-963D-2FBBF320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04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AD925-79DF-619E-F4B9-475B6C298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83671F-52E5-388A-D2FE-CD51CAF65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1FCA31-E1BD-F6EA-0D32-F6B3AD66C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77E8C1-DDCE-3EC2-E24C-2A464E464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24A6AB-E747-95DE-BCF9-1BE2BC111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30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CEDF71-7D14-3AD3-6E39-AB9E19F94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E8EDD-69A0-8AC2-5702-E9136B0AD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964F47-0586-A6FA-428B-0EB76CD4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906C11-CB26-9996-1019-65CFED4D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0226B9-F81F-EA25-5E79-9ADA8BF3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25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3EF2DE-ED53-8FDC-02A3-6921247B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C05EEE-35E5-1773-E865-C15F9C754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72E1D2-99EA-2E69-7DD7-998CF68C7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7EE23-B059-4842-8B80-073F7E6E14CC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C6E973-4EE0-0E04-6293-B6F8EBCAD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9F88B8-D1B6-D965-9C9E-D07E5A817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938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F4655-E3D0-AAA1-C252-2EAF8A10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Extreme Parkour with Legged Robots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 descr="图片包含 照片, 不同, 草, 猫&#10;&#10;AI 生成的内容可能不正确。">
            <a:extLst>
              <a:ext uri="{FF2B5EF4-FFF2-40B4-BE49-F238E27FC236}">
                <a16:creationId xmlns:a16="http://schemas.microsoft.com/office/drawing/2014/main" id="{8653AC99-73E4-EF34-0830-05838C99C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4525" y="1948656"/>
            <a:ext cx="836295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95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7" descr="日程表&#10;&#10;AI 生成的内容可能不正确。">
            <a:extLst>
              <a:ext uri="{FF2B5EF4-FFF2-40B4-BE49-F238E27FC236}">
                <a16:creationId xmlns:a16="http://schemas.microsoft.com/office/drawing/2014/main" id="{EA1F3DC2-D0B0-2607-655A-7D7B1CF8F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743" y="156011"/>
            <a:ext cx="7200000" cy="6233117"/>
          </a:xfrm>
          <a:prstGeom prst="rect">
            <a:avLst/>
          </a:prstGeom>
        </p:spPr>
      </p:pic>
      <p:pic>
        <p:nvPicPr>
          <p:cNvPr id="3" name="图片 2" descr="图片包含 图表&#10;&#10;AI 生成的内容可能不正确。">
            <a:extLst>
              <a:ext uri="{FF2B5EF4-FFF2-40B4-BE49-F238E27FC236}">
                <a16:creationId xmlns:a16="http://schemas.microsoft.com/office/drawing/2014/main" id="{6759D8D3-C566-2BD2-8AF4-47140438D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115" y="420460"/>
            <a:ext cx="1219200" cy="5524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56EE1DE-8FA7-A57B-5CBB-DCD2DE443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115" y="972910"/>
            <a:ext cx="2152650" cy="381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1512564-4EF3-F0D2-508E-C75C99D99471}"/>
              </a:ext>
            </a:extLst>
          </p:cNvPr>
          <p:cNvSpPr txBox="1"/>
          <p:nvPr/>
        </p:nvSpPr>
        <p:spPr>
          <a:xfrm>
            <a:off x="8084915" y="527408"/>
            <a:ext cx="215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目标方向计算：</a:t>
            </a:r>
          </a:p>
        </p:txBody>
      </p:sp>
      <p:pic>
        <p:nvPicPr>
          <p:cNvPr id="9" name="图片 8" descr="图片包含 图示&#10;&#10;AI 生成的内容可能不正确。">
            <a:extLst>
              <a:ext uri="{FF2B5EF4-FFF2-40B4-BE49-F238E27FC236}">
                <a16:creationId xmlns:a16="http://schemas.microsoft.com/office/drawing/2014/main" id="{ED3CB102-A767-FE05-714E-E9D50CA36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4115" y="1418412"/>
            <a:ext cx="2000250" cy="4953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0C70FC7-2DA5-3E3C-4808-BF917E3D73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9775" y="1978214"/>
            <a:ext cx="2381250" cy="295275"/>
          </a:xfrm>
          <a:prstGeom prst="rect">
            <a:avLst/>
          </a:prstGeom>
        </p:spPr>
      </p:pic>
      <p:pic>
        <p:nvPicPr>
          <p:cNvPr id="15" name="图片 14" descr="图片包含 文本&#10;&#10;AI 生成的内容可能不正确。">
            <a:extLst>
              <a:ext uri="{FF2B5EF4-FFF2-40B4-BE49-F238E27FC236}">
                <a16:creationId xmlns:a16="http://schemas.microsoft.com/office/drawing/2014/main" id="{A45058E7-9508-8CC0-69F5-45DAAE921C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9327" y="4595398"/>
            <a:ext cx="2847975" cy="4953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23B467A-DB0E-A35F-8153-4E67DEBBE6E9}"/>
              </a:ext>
            </a:extLst>
          </p:cNvPr>
          <p:cNvSpPr txBox="1"/>
          <p:nvPr/>
        </p:nvSpPr>
        <p:spPr>
          <a:xfrm>
            <a:off x="8084915" y="1015356"/>
            <a:ext cx="215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速度追踪奖励：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EE37B6-C743-BD94-2E39-17B7724B466E}"/>
              </a:ext>
            </a:extLst>
          </p:cNvPr>
          <p:cNvSpPr txBox="1"/>
          <p:nvPr/>
        </p:nvSpPr>
        <p:spPr>
          <a:xfrm>
            <a:off x="8084915" y="1503304"/>
            <a:ext cx="215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边缘接触惩罚：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2E04AE-5C95-B566-E889-76176A5554D8}"/>
              </a:ext>
            </a:extLst>
          </p:cNvPr>
          <p:cNvSpPr txBox="1"/>
          <p:nvPr/>
        </p:nvSpPr>
        <p:spPr>
          <a:xfrm>
            <a:off x="7910743" y="4688475"/>
            <a:ext cx="2152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学生方向命令：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2D49F2-C78B-8FE1-23B1-B61D5A24613C}"/>
              </a:ext>
            </a:extLst>
          </p:cNvPr>
          <p:cNvSpPr txBox="1"/>
          <p:nvPr/>
        </p:nvSpPr>
        <p:spPr>
          <a:xfrm>
            <a:off x="8084915" y="1978214"/>
            <a:ext cx="1567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跟踪前向向量：</a:t>
            </a:r>
          </a:p>
        </p:txBody>
      </p:sp>
    </p:spTree>
    <p:extLst>
      <p:ext uri="{BB962C8B-B14F-4D97-AF65-F5344CB8AC3E}">
        <p14:creationId xmlns:p14="http://schemas.microsoft.com/office/powerpoint/2010/main" val="3305434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28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Extreme Parkour with Legged Robots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6</cp:revision>
  <dcterms:created xsi:type="dcterms:W3CDTF">2025-11-30T02:34:29Z</dcterms:created>
  <dcterms:modified xsi:type="dcterms:W3CDTF">2025-12-09T02:21:50Z</dcterms:modified>
</cp:coreProperties>
</file>