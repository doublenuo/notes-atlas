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在推理期间，省略视频预测，并且仅执行动作生成以减少延迟并提高控制频率。这是通过单向注意机制实现的，其中动作令牌不接收来自未来视觉令牌的信息。给定从高斯噪声采样的初始动作序列</a:t>
            </a:r>
            <a:r>
              <a:rPr lang="en-US" altLang="zh-CN"/>
              <a:t>$a^{k}\sim N(0,1)$</a:t>
            </a:r>
            <a:r>
              <a:rPr lang="zh-CN" altLang="en-US"/>
              <a:t>，该模型通过反向扩散过程迭代地细化动作令牌。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125835" cy="1325880"/>
          </a:xfrm>
        </p:spPr>
        <p:txBody>
          <a:bodyPr>
            <a:normAutofit/>
          </a:bodyPr>
          <a:p>
            <a:r>
              <a:rPr lang="en-US" altLang="zh-CN" sz="2800">
                <a:effectLst/>
                <a:latin typeface="Times New Roman" panose="02020603050405020304" charset="0"/>
                <a:cs typeface="Times New Roman" panose="02020603050405020304" charset="0"/>
              </a:rPr>
              <a:t>Diffusion-Based Imaginative Coordination for Bimanual Manipulation</a:t>
            </a:r>
            <a:endParaRPr lang="en-US" altLang="zh-CN" sz="280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1010" y="1409700"/>
            <a:ext cx="7780020" cy="2407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40" y="3817620"/>
            <a:ext cx="5532120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SimSun</vt:lpstr>
      <vt:lpstr>Wingdings</vt:lpstr>
      <vt:lpstr>方正书宋_GBK</vt:lpstr>
      <vt:lpstr>Microsoft YaHei</vt:lpstr>
      <vt:lpstr>方正黑体_GBK</vt:lpstr>
      <vt:lpstr>Arial Unicode MS</vt:lpstr>
      <vt:lpstr>Calibri Light</vt:lpstr>
      <vt:lpstr>Calibri</vt:lpstr>
      <vt:lpstr>Trebuchet MS</vt:lpstr>
      <vt:lpstr>SimSun</vt:lpstr>
      <vt:lpstr>文鼎ＰＬ简中楷</vt:lpstr>
      <vt:lpstr>方正隶书_GBK</vt:lpstr>
      <vt:lpstr>方正超粗黑_GBK</vt:lpstr>
      <vt:lpstr>DejaVu Sans Condensed</vt:lpstr>
      <vt:lpstr>Linux Libertine Initials O</vt:lpstr>
      <vt:lpstr>Noto Sans Khudawadi</vt:lpstr>
      <vt:lpstr>Noto Sans Shavian</vt:lpstr>
      <vt:lpstr>Noto Sans Sogdian</vt:lpstr>
      <vt:lpstr>Noto Sans Telugu</vt:lpstr>
      <vt:lpstr>Times New Roman</vt:lpstr>
      <vt:lpstr>WPS</vt:lpstr>
      <vt:lpstr>Diffusion-Based Imaginative Coordination for Bimanual Manipulation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weno</cp:lastModifiedBy>
  <cp:revision>9</cp:revision>
  <dcterms:created xsi:type="dcterms:W3CDTF">2026-03-31T11:27:44Z</dcterms:created>
  <dcterms:modified xsi:type="dcterms:W3CDTF">2026-03-31T11:27:44Z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2052-12.1.2.24730</vt:lpwstr>
  </property>
  <property fmtid="{D5CDD505-2E9C-101B-9397-08002B2CF9AE}" pid="3" name="ICV">
    <vt:lpwstr>52072541B6EC149112DBC769BA2AFBD8_41</vt:lpwstr>
  </property>
</Properties>
</file>