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2"/>
    <p:sldId id="258" r:id="rId3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099" y="21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2026/3/22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Learning to Plan &amp; Schedule with</a:t>
            </a:r>
            <a:br>
              <a:rPr lang="en-US" altLang="zh-CN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</a:br>
            <a:r>
              <a:rPr lang="en-US" altLang="zh-CN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Reinforcement-Learned Bimanual Robot Skills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2425" y="1953260"/>
            <a:ext cx="8323580" cy="3947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1780" y="0"/>
            <a:ext cx="10515600" cy="681037"/>
          </a:xfrm>
        </p:spPr>
        <p:txBody>
          <a:bodyPr/>
          <a:lstStyle/>
          <a:p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星海图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R1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机器人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ROS2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软件框架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/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182303" y="737870"/>
            <a:ext cx="11827394" cy="61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</Words>
  <Application>Microsoft Office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宋体</vt:lpstr>
      <vt:lpstr>微软雅黑</vt:lpstr>
      <vt:lpstr>Arial</vt:lpstr>
      <vt:lpstr>Calibri</vt:lpstr>
      <vt:lpstr>Calibri Light</vt:lpstr>
      <vt:lpstr>WPS</vt:lpstr>
      <vt:lpstr>Learning to Plan &amp; Schedule with Reinforcement-Learned Bimanual Robot Skills</vt:lpstr>
      <vt:lpstr>星海图R1机器人ROS2软件框架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伟诺 周</cp:lastModifiedBy>
  <cp:revision>8</cp:revision>
  <dcterms:created xsi:type="dcterms:W3CDTF">2026-03-22T10:51:02Z</dcterms:created>
  <dcterms:modified xsi:type="dcterms:W3CDTF">2026-03-22T05:24:03Z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2052-12.1.2.24730</vt:lpwstr>
  </property>
  <property fmtid="{D5CDD505-2E9C-101B-9397-08002B2CF9AE}" pid="3" name="ICV">
    <vt:lpwstr>EB0999C1900118BABCB0BF69995C4215_41</vt:lpwstr>
  </property>
</Properties>
</file>