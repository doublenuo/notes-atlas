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3A4254-DF2F-19F3-8D2C-012F41AE58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4F0DC85-7395-ED59-B47C-4F8E47A4DF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C081AD0-33A7-B91B-07F2-BBF9D62505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582DCC-64DA-4CF2-8134-9FF4E6ACF6CA}" type="datetimeFigureOut">
              <a:rPr lang="zh-CN" altLang="en-US" smtClean="0"/>
              <a:t>2025/12/15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52BFA45-0F01-B739-5F8A-AF11919C7D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6421B2F-09F5-8199-B8D0-A7D212CA6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52FB7-83CB-4837-8D5A-C6295154C68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06049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0858847-E75C-C666-B8F8-A43ECAF242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F4A123A-668A-7341-67CD-BD59DEF7CE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FE59CE-38A6-4505-E14D-3D119BF4C0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582DCC-64DA-4CF2-8134-9FF4E6ACF6CA}" type="datetimeFigureOut">
              <a:rPr lang="zh-CN" altLang="en-US" smtClean="0"/>
              <a:t>2025/12/15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ECA2539-45AC-A4CF-7455-12661BAE81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41B49E1-F425-4CF8-FB0A-D1649BB78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52FB7-83CB-4837-8D5A-C6295154C68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69672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0991EF-1ACA-10BD-067A-025C379A3D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F7073FC-862A-F2CA-5979-F849310395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124D5EB-5953-9E1E-3089-2AC615CFCA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582DCC-64DA-4CF2-8134-9FF4E6ACF6CA}" type="datetimeFigureOut">
              <a:rPr lang="zh-CN" altLang="en-US" smtClean="0"/>
              <a:t>2025/12/15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6D6C631-3B65-BBE2-B6E3-6BA1D3231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682F866-879D-5446-5FB3-D26B760E37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52FB7-83CB-4837-8D5A-C6295154C68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11749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FE9A123-0BD7-141A-01D7-706B1BCC15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E7BC7-1558-A1DB-8E50-BA39A6A1115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6322384-7710-BDCA-73E1-F3114248AF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A3A36B3-0150-1931-9FBF-F1ADB66183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582DCC-64DA-4CF2-8134-9FF4E6ACF6CA}" type="datetimeFigureOut">
              <a:rPr lang="zh-CN" altLang="en-US" smtClean="0"/>
              <a:t>2025/12/15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18CD608-77C6-0651-B310-523FC2CBD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589CB46-FE04-957E-860A-2300FEEE7B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52FB7-83CB-4837-8D5A-C6295154C68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26605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E7C0F83-5BE7-5B6F-5AA6-AA83AA66ED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0A1F3DD-F149-8A03-A090-54C9562A05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B281C71-72E1-98FC-9FAA-7F63D47515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C4E08CD-B5CD-6672-3C2A-F65C685F76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81AA0D4-C6B5-29EE-D3AA-105FF48690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5129EC3-154E-EE26-8FF9-72279021A8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582DCC-64DA-4CF2-8134-9FF4E6ACF6CA}" type="datetimeFigureOut">
              <a:rPr lang="zh-CN" altLang="en-US" smtClean="0"/>
              <a:t>2025/12/15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A9386C0-0163-5CCF-4AD7-1663CCF3A6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543E405-59B6-9FE1-EBCA-CA9BA6CBD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52FB7-83CB-4837-8D5A-C6295154C68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31928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8F62DE-B3AB-EAA7-681A-586A888C02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4C963D2-6F14-4EFD-F475-048FED1379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582DCC-64DA-4CF2-8134-9FF4E6ACF6CA}" type="datetimeFigureOut">
              <a:rPr lang="zh-CN" altLang="en-US" smtClean="0"/>
              <a:t>2025/12/15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89DA495-FF9E-8A1A-F47B-EAA640D2ED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FA74666-E543-1D74-AFE9-83A31BA0EC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52FB7-83CB-4837-8D5A-C6295154C68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90422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48BA382-F9D2-67CF-7BB4-55FD88B35A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582DCC-64DA-4CF2-8134-9FF4E6ACF6CA}" type="datetimeFigureOut">
              <a:rPr lang="zh-CN" altLang="en-US" smtClean="0"/>
              <a:t>2025/12/15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5E44C99-4E49-4D91-F91C-1C022A8560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68D33FB-6A21-C5D1-2BDE-B607208E1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52FB7-83CB-4837-8D5A-C6295154C68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0034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75EE833-4CCF-396F-E213-4BE6EEE245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6A4F098-C699-21B4-6A4E-9F5A19F118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D7155C6-7D33-9505-BC40-B7AD07CA43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D734226-98DC-8E48-362B-1E24ED6824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582DCC-64DA-4CF2-8134-9FF4E6ACF6CA}" type="datetimeFigureOut">
              <a:rPr lang="zh-CN" altLang="en-US" smtClean="0"/>
              <a:t>2025/12/15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B116134-2BCF-5EBC-019B-0D5EB551D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417C33D-EFC6-A47E-751F-81F9833F10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52FB7-83CB-4837-8D5A-C6295154C68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89795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430AE80-5C00-0320-B219-A8B823D95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B8E1011-69FB-934A-56E5-60198C0E85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C441FE6-9CFC-8032-CE0A-A578E99D7F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FB7FF72-03D0-8402-18F2-2D85AC2CC2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582DCC-64DA-4CF2-8134-9FF4E6ACF6CA}" type="datetimeFigureOut">
              <a:rPr lang="zh-CN" altLang="en-US" smtClean="0"/>
              <a:t>2025/12/15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CA18FBA-7CAA-C507-6925-058EF248DD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AA87B2B-FB14-CFF3-6BBE-98FB85B84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52FB7-83CB-4837-8D5A-C6295154C68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76989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20D9B6-C083-25C8-3259-AEBFD45A50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E8CFECD-1226-B141-3A29-7D2EA56FF3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D0FBE96-9592-2F6E-D3C2-B63DBEE024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582DCC-64DA-4CF2-8134-9FF4E6ACF6CA}" type="datetimeFigureOut">
              <a:rPr lang="zh-CN" altLang="en-US" smtClean="0"/>
              <a:t>2025/12/15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3C84F97-EF1B-AF1C-305B-56AB8E1D6E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C9E25B3-BA6A-5B8F-0AAA-03A8166C24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52FB7-83CB-4837-8D5A-C6295154C68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25444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4A62F28-9A72-C9C6-39D8-E54974A1542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2FF5BEA-C910-E76B-1B07-727FF61306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CCA8398-FAF4-A466-6B39-0CD6428DF7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582DCC-64DA-4CF2-8134-9FF4E6ACF6CA}" type="datetimeFigureOut">
              <a:rPr lang="zh-CN" altLang="en-US" smtClean="0"/>
              <a:t>2025/12/15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9EC32B9-93CD-2E9A-8C2A-C213DBF0F6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CC2C07-A6EF-3831-5C5A-98D2B633B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52FB7-83CB-4837-8D5A-C6295154C68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61419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D726FCE8-B826-2263-D6DA-E304E51F62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7BFE050-CFD5-7D3C-3C5F-9981DA3CB7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9CE7189-C28E-BACB-86E6-55B40BB555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582DCC-64DA-4CF2-8134-9FF4E6ACF6CA}" type="datetimeFigureOut">
              <a:rPr lang="zh-CN" altLang="en-US" smtClean="0"/>
              <a:t>2025/12/15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0615835-B02D-ACA0-9A62-362733FF7C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DD6CEE0-6228-8112-0B5B-B9BDA687FF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EB52FB7-83CB-4837-8D5A-C6295154C68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55448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8478E6F-73C6-2B9E-7BBA-D8611A33A6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2955" y="365125"/>
            <a:ext cx="11198941" cy="1325563"/>
          </a:xfrm>
        </p:spPr>
        <p:txBody>
          <a:bodyPr>
            <a:noAutofit/>
          </a:bodyPr>
          <a:lstStyle/>
          <a:p>
            <a:r>
              <a:rPr lang="en-US" altLang="zh-CN" sz="3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Gallant: Voxel Grid-based Humanoid Locomotion and  Local-navigation across 3D Constrained Terrains</a:t>
            </a:r>
            <a:endParaRPr lang="zh-CN" altLang="en-US" sz="3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内容占位符 4" descr="图形用户界面, 应用程序&#10;&#10;AI 生成的内容可能不正确。">
            <a:extLst>
              <a:ext uri="{FF2B5EF4-FFF2-40B4-BE49-F238E27FC236}">
                <a16:creationId xmlns:a16="http://schemas.microsoft.com/office/drawing/2014/main" id="{14C5F3D8-516A-3321-36F2-524716986FE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397925"/>
            <a:ext cx="10515600" cy="3206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0268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12</Words>
  <Application>Microsoft Office PowerPoint</Application>
  <PresentationFormat>宽屏</PresentationFormat>
  <Paragraphs>1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微软雅黑</vt:lpstr>
      <vt:lpstr>Arial</vt:lpstr>
      <vt:lpstr>Office 主题​​</vt:lpstr>
      <vt:lpstr>Gallant: Voxel Grid-based Humanoid Locomotion and  Local-navigation across 3D Constrained Terrains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伟诺 周</dc:creator>
  <cp:lastModifiedBy>伟诺 周</cp:lastModifiedBy>
  <cp:revision>1</cp:revision>
  <dcterms:created xsi:type="dcterms:W3CDTF">2025-12-12T00:56:58Z</dcterms:created>
  <dcterms:modified xsi:type="dcterms:W3CDTF">2025-12-15T03:05:59Z</dcterms:modified>
</cp:coreProperties>
</file>