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AA69A-7EBC-40FA-75CA-02919F7C3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945A78-AF91-A529-C759-2B84628B8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94634D-1FE0-BAA2-EC03-30F4FB6E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357351-07AD-7FFC-64AB-00D4E592D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831B1B-9227-9BE0-F7BB-56500DE7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79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7151F-C5E9-B5A2-0571-E12CB943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39D959-0FF8-2BA4-B081-8F3408EFC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CFA298-1F8B-4632-A8C9-E2BDFF9B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30DBDA-AF7B-7931-43B3-BFD35E88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0B0C26-F6ED-2CE0-E2AE-32F6FAC43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138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CC8FD-0A07-8909-F2EF-8622339E5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65CF31-F52F-7703-81C2-559B9C738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3C39F-5E0D-5433-C05E-18D24419B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9C515F-B6ED-2071-B70D-0CA859D83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AEBB69-F8F1-9B03-7214-27CD6F4C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17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E5058-C46B-607C-638F-0188B3AB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0D802-6FE3-837F-912E-F5654ECA4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A0BDFF-C878-920F-FFC3-7E4FA477A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2F020A-26CC-F7AB-1D40-DF7C383F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EB5285-32B6-EF83-DF40-94CAEADB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B90F56-FE04-FCEE-5756-9695DFE9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85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583B33-60B3-ECE4-AB9E-17DF89A69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5742DB-F361-FE96-E4FB-C35AD79F7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03BAAF-359A-152E-906B-54B26713A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5FAD5E-5448-2B69-E05B-7BB8AC06B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636CAE-8B9F-999E-0D4B-35011B9F9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5BE178-E96F-6C66-7747-17645347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8159490-5E1D-C395-8B3E-8BD61CDE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1C67B2-520A-2B5E-881A-6EC9D568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423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B32EA-CDC3-F6FB-FC17-52A2786E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6461E2-CB7D-7B17-2AEB-D71C8127F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00CA27-2190-ACEC-BE07-939FBE991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D6BD9A-0059-41F5-6254-07D4A2D6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54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5FC6D2-F21A-0647-261C-BA87E7F5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93E293-5110-4DA5-1EC3-07ADFA30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B86427-F339-8601-ACE1-6B94AEB8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82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45A61-CD8E-E1BC-4605-4EC41E4A4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92B218-D368-7879-382E-D89CA4D5C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DB1ECA-1460-8729-411C-4FFEB4A72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801417-D8C9-CF31-DF6E-39A390B91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21E995-14E3-5371-ACF6-E990ED7B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A99879-0508-4D11-CB61-7D5E6885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09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9DA25-846A-DDD8-D942-21DA10FD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A262DB-DC8E-1DBF-F1DA-8B639FD5B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E9046B-BD6E-BF4A-51F5-C1B6E1EF0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6D5EE1-8B96-C221-C63D-4EEF88B26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CD3E55-AAAE-9C95-2620-843B51B25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365597-7CEC-2F08-10CB-F4E7640A5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298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75C2A-7629-8D65-5288-64F9E43D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34F5A6-C39D-7F43-3294-7500D6A4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ED32AF-9AC1-7BB7-BB8C-D5AF23B0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3458F5-7BE6-1DE0-ECC3-DB1F7FBC4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2A1F6-B650-7C22-6ECF-7508B057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22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AC326E-D47E-A16F-4E6C-1EBF5AC37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D162E7-F254-2B3A-D2A3-D04DF79BF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FEDA65-5722-74AD-6B48-53B1EE0C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619AED-A600-F193-66B6-4D3478FE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3420EF-50CA-1563-0F18-9E35C2AD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23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BB967B-1F35-41E4-AC8E-A66EB57FF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0D9A8-9D39-795A-8424-14E2ACAC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EEB9EB-4DDE-D211-28C9-5B619A8A2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67898-FD4E-4092-827E-3FF30E1BE962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D2E1A-7910-9E04-3F63-8B0750A22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75E250-E99B-3E70-BCE6-8BBB471A1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46128-15B8-435D-A582-C24047FFDE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68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2B7F3-AC1F-0078-86E0-D47CA34F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23" y="282420"/>
            <a:ext cx="11235813" cy="1140082"/>
          </a:xfrm>
        </p:spPr>
        <p:txBody>
          <a:bodyPr>
            <a:noAutofit/>
          </a:bodyPr>
          <a:lstStyle/>
          <a:p>
            <a:pPr algn="ctr"/>
            <a:r>
              <a:rPr lang="en-US" altLang="zh-CN" sz="36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ManiGaussian</a:t>
            </a:r>
            <a:r>
              <a:rPr lang="en-US" altLang="zh-CN" sz="36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Dynamic Gaussian Splatting for  Multi-task Robotic Manipulation</a:t>
            </a:r>
            <a:endParaRPr lang="zh-CN" altLang="en-US" sz="3600" dirty="0"/>
          </a:p>
        </p:txBody>
      </p:sp>
      <p:pic>
        <p:nvPicPr>
          <p:cNvPr id="12" name="内容占位符 11" descr="图示&#10;&#10;AI 生成的内容可能不正确。">
            <a:extLst>
              <a:ext uri="{FF2B5EF4-FFF2-40B4-BE49-F238E27FC236}">
                <a16:creationId xmlns:a16="http://schemas.microsoft.com/office/drawing/2014/main" id="{11551DE6-2E8E-E7CF-97BB-7A0D6F387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887" y="2110581"/>
            <a:ext cx="101822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05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ACBD2381-6281-369A-8FBC-5A6460158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99" y="825415"/>
            <a:ext cx="10905066" cy="520716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742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EA61-9404-44E1-2442-E50C16F0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6EE0C-A494-97F1-BBFE-EACAAD492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137652"/>
            <a:ext cx="11985523" cy="1376516"/>
          </a:xfrm>
        </p:spPr>
        <p:txBody>
          <a:bodyPr>
            <a:noAutofit/>
          </a:bodyPr>
          <a:lstStyle/>
          <a:p>
            <a:pPr algn="ctr"/>
            <a:r>
              <a:rPr lang="en-US" altLang="zh-CN" sz="32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ManiGaussian</a:t>
            </a:r>
            <a:r>
              <a:rPr lang="en-US" altLang="zh-CN" sz="32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++: General Robotic Bimanual Manipulation with Hierarchical  Gaussian World Model</a:t>
            </a:r>
            <a:endParaRPr lang="zh-CN" altLang="en-US" sz="3200" dirty="0"/>
          </a:p>
        </p:txBody>
      </p:sp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2DED1C4A-1BAC-8C5E-5FD5-8FCEAA2C7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632" y="1442166"/>
            <a:ext cx="11686736" cy="504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9926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20</Words>
  <Application>Microsoft Office PowerPoint</Application>
  <PresentationFormat>宽屏</PresentationFormat>
  <Paragraphs>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ManiGaussian: Dynamic Gaussian Splatting for  Multi-task Robotic Manipulation</vt:lpstr>
      <vt:lpstr>PowerPoint 演示文稿</vt:lpstr>
      <vt:lpstr>ManiGaussian++: General Robotic Bimanual Manipulation with Hierarchical  Gaussian World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6</cp:revision>
  <dcterms:created xsi:type="dcterms:W3CDTF">2026-01-14T07:00:53Z</dcterms:created>
  <dcterms:modified xsi:type="dcterms:W3CDTF">2026-02-03T02:02:19Z</dcterms:modified>
</cp:coreProperties>
</file>