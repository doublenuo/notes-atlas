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4EEB5B-0352-D8C0-0090-7FB94D55F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2F4E299-E93A-24DD-8CCE-00020737C9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0C2093-84C6-5C1D-2475-737B72D45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0122-3522-4FF1-BF15-624C635C80A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842D22-6023-3595-DA16-D52321B89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22E49C-AF23-2773-1067-D7AE2B5F4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D220-0866-4D09-ABDD-5282015A0A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775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AD7067-6C55-ED00-6D30-4AE5E6E9D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A0A0BC-0B91-5CBC-5765-E0CDB2F49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A240D5-0427-6D21-CB53-5A5841ADD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0122-3522-4FF1-BF15-624C635C80A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9A7A85-188D-4B4F-D09E-D9195A8CD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0CB74C-5DA0-CD2A-9DE2-051D91FCE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D220-0866-4D09-ABDD-5282015A0A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596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D0477-A6E5-8389-7C7E-209C386CB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4A0706-0C9B-8968-34E8-5AEBE2838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C71DDE-642B-D9A9-953E-1EF105890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0122-3522-4FF1-BF15-624C635C80A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3B534A-9D79-15EB-A7F1-50D9D935C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7E9D85-59B8-5AF5-3993-1BF35D83A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D220-0866-4D09-ABDD-5282015A0A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143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A15B2-8A0A-2F7A-274D-C1AC2700F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89D4EE-5484-2ADB-A533-53F594020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5ED79E-4EB2-7C87-4C0D-19BF61F33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77E1E6-D699-63CC-A039-F3369381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0122-3522-4FF1-BF15-624C635C80A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D72A29-1D15-6818-B3ED-E8FE12129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1E8CE4-5786-E098-19E0-E9193D6A5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D220-0866-4D09-ABDD-5282015A0A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146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0FF4BD-0B82-9750-D0CD-8EAE81E8F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EA21FC-4F41-611B-CF36-F941D47FF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DC7BCF-7E76-E5CC-F407-CC6F023DC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BF8B1AE-1E50-5917-822B-B6D2DAE02F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CFACFA6-1B9E-C5C9-FCFF-C73F8A3DC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E8CD3C5-A760-D46E-E033-94C189E06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0122-3522-4FF1-BF15-624C635C80A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EF484BC-474A-5F3C-5D93-9EA64497A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68AC5A2-96DB-E3B0-D782-84C99A63B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D220-0866-4D09-ABDD-5282015A0A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21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16D806-2471-FA81-3836-37A46693C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D7E15BF-DEA3-5E2D-0D6D-781A08970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0122-3522-4FF1-BF15-624C635C80A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8E583F-90CF-6195-CB16-BE41389EB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5CEB3F-E519-9AA7-4897-98ECC8B2A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D220-0866-4D09-ABDD-5282015A0A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465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D12625-57A6-7F4D-0542-80212A193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0122-3522-4FF1-BF15-624C635C80A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2B69FC-3AD7-C9F1-EAF9-0AA495899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09C44E-A94C-131E-F050-7C227D70B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D220-0866-4D09-ABDD-5282015A0A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790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C6B50-B0C8-6EEC-00EE-616BBCF55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696CC2-8452-5291-7115-8F2A31929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4B2FBA-CD85-AE8A-7FEA-369C522C3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88691A-150F-AFF6-9210-F26F442F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0122-3522-4FF1-BF15-624C635C80A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E5D0A1-C21A-3774-7D23-CE07EDED8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305838-3307-77F6-DF4A-94ECF691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D220-0866-4D09-ABDD-5282015A0A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531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49DCAE-79DD-88DC-A8A1-35394CE32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9CC5C12-E7F3-726B-E208-B7315ED50A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4F8711-9588-8296-F1A6-5BFAA2048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7E8942-AF8B-C0A2-1A14-A453D703A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0122-3522-4FF1-BF15-624C635C80A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79DE3F-9DF8-1044-6C54-B58FE4322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BEF06A-D3DF-6538-AA8B-534CD2E15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D220-0866-4D09-ABDD-5282015A0A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049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CECB54-49E3-E710-9A11-DF4A08E3A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A339EA-9B04-C2A6-ADCE-B9097B92D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B98B94-3752-6C33-4AE4-B9ABFE1EC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0122-3522-4FF1-BF15-624C635C80A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6EECFE-50A9-4EE7-7975-15658647A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0047BF-9331-EFC4-9D9B-B988729BC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D220-0866-4D09-ABDD-5282015A0A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46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504570-B228-17BF-4AFA-6CB61960C0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944E82-C9C0-6DB0-F5CC-176C5599A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6723F0-29DF-A581-17C5-61DEA73B1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10122-3522-4FF1-BF15-624C635C80A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7056E3-E3C1-F11D-0D9D-F744A413A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12FFFE-7720-2795-802C-F8427F602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CD220-0866-4D09-ABDD-5282015A0A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273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2DCA542-CF0A-3293-90FE-87FDC8FD8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9B431E-48AD-DC48-B764-2D46C97FE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2D330C-C677-6F53-8DAD-7BCAEB9751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B10122-3522-4FF1-BF15-624C635C80A4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FDB0F5-D9FB-5BDC-1E07-F120790EB6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21C090-ADB2-AE5D-B32F-863CF365B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0CD220-0866-4D09-ABDD-5282015A0A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744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3376F3-1E61-82CA-E714-A5EF5ADCE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3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AnyBimanual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Transferring Unimanual Policy for General Bimanual  Manipulation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内容占位符 4" descr="图示&#10;&#10;AI 生成的内容可能不正确。">
            <a:extLst>
              <a:ext uri="{FF2B5EF4-FFF2-40B4-BE49-F238E27FC236}">
                <a16:creationId xmlns:a16="http://schemas.microsoft.com/office/drawing/2014/main" id="{F9A5A4DD-0402-548D-939A-5FBE29BCE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5337" y="1825625"/>
            <a:ext cx="10401326" cy="435133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2540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AnyBimanual: Transferring Unimanual Policy for General Bimanual  Manipulation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伟诺 周</dc:creator>
  <cp:lastModifiedBy>伟诺 周</cp:lastModifiedBy>
  <cp:revision>2</cp:revision>
  <dcterms:created xsi:type="dcterms:W3CDTF">2026-01-07T11:04:11Z</dcterms:created>
  <dcterms:modified xsi:type="dcterms:W3CDTF">2026-01-13T04:01:52Z</dcterms:modified>
</cp:coreProperties>
</file>