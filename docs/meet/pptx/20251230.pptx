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F5F4D-98C5-31F7-9137-870580DCE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A5310D-536D-EDEB-9280-868C39EA5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3FAFC6-AE96-B840-464D-D559A84B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BBBBBA-43C7-8F16-DF66-135DE1341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BDDF98-B1D4-373C-B196-75EDAE35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994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1FE6D-CD56-AEAE-2196-7CE921FE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7A3514-041D-9E3F-926A-0D600A17C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46119-7EA0-99A4-618F-F58B0988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CAD209-2772-6B16-F123-ACCE2339F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3023E3-7FF6-4CA9-EF47-6CB2FA10D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7C269-6FC9-B162-B0D9-9D46A97C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97ED46-259B-ED44-A630-9746C02D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4EE74C-989A-95C1-1A1C-720A766E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88FA45-4577-7AF6-DF65-30A96B59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C4199F-A741-2EB5-6C48-7FDC577E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482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A73FF-C47D-C338-8922-843DC6453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3BF1A4-B77C-D41B-78F3-2F0A9A3F9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A341CD-15C1-563F-596E-16C95F892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405BF2-6AFF-EEEB-2A7A-FCFEB6D8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8B906A-48C6-68CD-488B-B5C8240E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240368-A51D-14FF-A3AF-D55DB8FF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310BA-1BE9-0202-62F8-4DAE1C53A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838485-0B58-37B5-123F-C8AB9AAD8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5F8C00-BEE0-B902-45E8-E4E45CA31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D4B3CD-4FB6-8EDB-8A42-815393712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3E62BD-3AB9-52EE-480D-03918F281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18FB52-53B3-D299-0E02-D59632B3A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4CDFB9-87A4-AEF4-BD5C-DF396695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823962-5CF6-986A-3121-03CE79B4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88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3525D-9AD8-9DA0-C112-7FA20221D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D77DC9-3175-5296-E52E-77BEE3C6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A1560A-0F92-0129-21C7-E747C3AA6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5225A7-7610-72BB-4EF3-50B24B19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4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D73FF0-E40B-958A-6C51-DFE1DF25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463E21-33CE-B516-DFEA-7A5A02A8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2D3B84-F967-9346-372F-F1B08F52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172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D57C8-0B4D-B0EB-C60D-E4027A30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E731D6-5E80-5083-3405-4B6576A64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9475D6-9373-23E3-93B7-B806AC00F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748F81-96E4-5A58-72B0-BA7A243D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66322E-BD07-C665-DC67-0B9650794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900080-5867-5924-6D9B-AB2440C8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951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C7D09-DCA3-A416-CEFF-75CCC7CC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DE8D72-F78E-5B37-E986-F99E4A5B7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A50C1F-68D3-F4F2-A51F-B2C70DD3E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FB7BAE-FD14-9640-34CE-86919346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F8FB84-5CE7-E437-4179-4AD871B25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31AD3F-9E1E-2C46-8D5D-40330E75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84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2D2A9-0FCC-3E4A-A959-522F35C4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7D5380-E5C9-8FE3-BC78-42ABE0CB6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3AC98A-460E-1DF2-564D-11861C6F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6AD5DD-8D9F-B894-5011-91A6979F8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2595C9-507B-CFD8-8412-89FD1779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738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A10765-90CF-F0FB-388D-B6005C0EE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1A6765-58A8-27E6-5A6E-52B6B34E3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DD3D3-D23D-8862-8AA1-10CA1BCC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E6520C-94D6-1768-17CA-9A838BBD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DBB5EB-3CFD-661E-6D04-3242E643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78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CE2CD3-0297-A368-2A03-4075E9F64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BEF344-1C1A-2003-5455-7D9D37FD0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D29418-0997-EDD7-2600-D94E0D437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9B494-3B45-4612-9587-0EC6A7B2EDD4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47701C-DF1E-BFD3-E0A6-AFF2996EE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FC4558-631E-DD09-8477-0A8D6C16C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B913B-75F7-4230-A660-F01EE5231B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97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2D80F-CDD0-309A-F244-D821B37B5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5" y="87108"/>
            <a:ext cx="11963400" cy="1325563"/>
          </a:xfrm>
        </p:spPr>
        <p:txBody>
          <a:bodyPr>
            <a:no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Discrete-Time Hybrid Automata Learning: Legged  Locomotion Meets Skateboarding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内容占位符 20" descr="图示&#10;&#10;AI 生成的内容可能不正确。">
            <a:extLst>
              <a:ext uri="{FF2B5EF4-FFF2-40B4-BE49-F238E27FC236}">
                <a16:creationId xmlns:a16="http://schemas.microsoft.com/office/drawing/2014/main" id="{707C42A5-8EBF-7337-E7DE-F1557390C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375" y="1412671"/>
            <a:ext cx="10443163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7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2AA6C-1809-BCE6-2BC1-C319F2ED3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混合动力学模式的有效性</a:t>
            </a:r>
          </a:p>
        </p:txBody>
      </p: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10089730-E333-D3E6-4ADC-3A7784AA5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0730" y="1533372"/>
            <a:ext cx="647356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8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242FA-DB7D-67C5-D2E3-64C35AB15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1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能否识别滑板模式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7C7AB82E-F900-FCCA-C73B-5444EF04F3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559" y="1383173"/>
            <a:ext cx="9444986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0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19</Words>
  <Application>Microsoft Office PowerPoint</Application>
  <PresentationFormat>宽屏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Discrete-Time Hybrid Automata Learning: Legged  Locomotion Meets Skateboarding</vt:lpstr>
      <vt:lpstr>混合动力学模式的有效性</vt:lpstr>
      <vt:lpstr>能否识别滑板模式?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8</cp:revision>
  <dcterms:created xsi:type="dcterms:W3CDTF">2025-12-26T05:03:57Z</dcterms:created>
  <dcterms:modified xsi:type="dcterms:W3CDTF">2025-12-29T14:44:08Z</dcterms:modified>
</cp:coreProperties>
</file>