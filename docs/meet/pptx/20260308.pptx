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9CB85E-DF73-4620-31BD-7A34CE8A29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3D16F0-8B9D-2728-54E8-9072DEF43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0E6C1E-6766-1F61-26DB-DB37416FD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543B7-7FAC-4698-81BF-430EB9B37A93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8BC1E3-7EDC-E1CA-39DA-1259233CB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262FCF-9D37-2E1D-55B6-60652E481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575F-7978-428C-9923-B8D1B789D5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914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74927-3CA2-81DF-06B2-67C0D7471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81DCD5-8E60-BCF6-0CDF-69E27EE0B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261D6B-C4B0-8A5C-C737-066D43241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543B7-7FAC-4698-81BF-430EB9B37A93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44A772-D07B-8B25-5072-E1717F1EC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392FAD-EE4F-B8C7-595F-A41E7CE3E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575F-7978-428C-9923-B8D1B789D5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389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13C2F5-492C-6A97-9F1A-B1371F3F1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C006DC-9EAA-7377-54B1-28161BE15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6FAF0B-2992-DE0F-634D-E2E76FC9D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543B7-7FAC-4698-81BF-430EB9B37A93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CDC3D3-ABB5-CBFD-7135-E514AF590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D3D9B9-A3FE-9C54-1C15-B035C6E4D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575F-7978-428C-9923-B8D1B789D5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526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791517-4215-55A3-4A53-129E5068F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605C0D-0F46-0F6A-008F-5410E6C700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476171-0BA7-65DC-8D0E-D99C1A9663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1F2D2B-8C6B-A7CF-6F46-0A6D7AA53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543B7-7FAC-4698-81BF-430EB9B37A93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80F4C4-C293-8D53-5786-B5D6B1669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7E89EC-EB41-403A-E47F-3734ACD2B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575F-7978-428C-9923-B8D1B789D5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281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61BEC4-722F-AD52-847E-FF25BD5D8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8A6AB5-7524-B986-C7BE-D51876502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727FFC-C810-D70B-5163-9CFCBB756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3213CF3-5018-427C-719E-53A3B92E1A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DF3B141-FB68-EF48-EB71-AC0571AEE4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56BDD1F-193D-355E-D225-9469AEF2B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543B7-7FAC-4698-81BF-430EB9B37A93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45726B3-04BC-8CD7-A0DC-AE7E965F9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4282FDF-6F04-9CF7-8A78-E4EC68359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575F-7978-428C-9923-B8D1B789D5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5646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E439A8-3859-C42D-BD9E-29F6A31DA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A8D0BFD-FB31-AA69-633F-3EBFA1448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543B7-7FAC-4698-81BF-430EB9B37A93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A4DD463-6D41-2BF3-5A39-B127DBE22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436BA8-67E2-A9A8-8F39-B629B8F8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575F-7978-428C-9923-B8D1B789D5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261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B1AB51-A6A0-CF5D-E5E9-E20C62BEF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543B7-7FAC-4698-81BF-430EB9B37A93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9FC052A-2CE3-52F5-81CB-656857FAF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E7472A-C88E-7002-8480-8C876CCBD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575F-7978-428C-9923-B8D1B789D5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597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31C7E4-4EA7-C850-BE01-18C55BBA1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1EF8C2-D6D4-ABA8-BCF9-FA338FA0D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818F194-F80C-7C5E-E977-D436C338DA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3202C1-7D3A-6E19-891E-AF3B1C6CA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543B7-7FAC-4698-81BF-430EB9B37A93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C0A218-5CD9-4BCE-30C3-BFA28D990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27CAAA-2660-44C8-4D19-53216D6FC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575F-7978-428C-9923-B8D1B789D5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608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0CA968-0375-02C5-0172-3C4BB325F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39125F4-7089-B378-BDD4-FFBC21DCAA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64D4A1-9821-B56E-CA7C-28A44F741C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4409A0-D37A-366E-4876-04CAFA499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543B7-7FAC-4698-81BF-430EB9B37A93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5E5114-02C5-42B6-F9C1-DF971DFF5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8BA2C3-0E9B-0638-7EE8-4D7168972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575F-7978-428C-9923-B8D1B789D5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48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3AB831-1383-B078-BDA9-7873F1A56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D47C851-7802-89EC-51B5-AE9FFB3592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6E20E2-2B19-59BC-DF2F-76EF21374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543B7-7FAC-4698-81BF-430EB9B37A93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AFF615-DAAC-0FD5-3BFB-616413E81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AAD932-D27D-C2B7-AD2A-C736C4426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575F-7978-428C-9923-B8D1B789D5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088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9628446-B2C1-9BB6-26AB-A39FE7DBD7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593A2E-6643-8EFD-E54D-8F84EFB021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50C137-2C71-9A44-256F-207B287A4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543B7-7FAC-4698-81BF-430EB9B37A93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BC1F1-BD97-2454-CA01-5CE54A368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04D9D4-D0E8-5835-4AA7-9BAEC7867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575F-7978-428C-9923-B8D1B789D5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3820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111D31E-A05C-B4E6-1326-2640E3FAC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03357B-9581-AE79-DD9E-C106E0C07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95E64F-6C66-7510-7C99-D93F97780C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0543B7-7FAC-4698-81BF-430EB9B37A93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B694C4-AB63-3527-6D9B-A8062DECFE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4FD0BF-13E6-1E3E-8AB9-163777E6A3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A5575F-7978-428C-9923-B8D1B789D5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61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0B81B5-719E-B2F4-E532-182383047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SkillVLA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Tackling Combinatorial Diversity in  Dual-Arm Manipulation via Skill Reuse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99268D0-11C5-4020-CA14-1E0D8A4AA6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23926"/>
            <a:ext cx="10515600" cy="415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929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422B4C-C95F-B48C-1322-A3AC08F85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SkillVLA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framework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55DE9B8-EBE5-0DA0-3083-F6333132F9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41856"/>
            <a:ext cx="10515600" cy="28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739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14</Words>
  <Application>Microsoft Office PowerPoint</Application>
  <PresentationFormat>宽屏</PresentationFormat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微软雅黑</vt:lpstr>
      <vt:lpstr>Arial</vt:lpstr>
      <vt:lpstr>Office 主题​​</vt:lpstr>
      <vt:lpstr> SkillVLA: Tackling Combinatorial Diversity in  Dual-Arm Manipulation via Skill Reuse</vt:lpstr>
      <vt:lpstr>SkillVLA framework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伟诺 周</dc:creator>
  <cp:lastModifiedBy>伟诺 周</cp:lastModifiedBy>
  <cp:revision>1</cp:revision>
  <dcterms:created xsi:type="dcterms:W3CDTF">2026-03-08T12:38:28Z</dcterms:created>
  <dcterms:modified xsi:type="dcterms:W3CDTF">2026-03-08T13:13:42Z</dcterms:modified>
</cp:coreProperties>
</file>