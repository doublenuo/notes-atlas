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8624F-AAAA-6016-0FBF-B1888C17F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D3AA5E-75B8-81FD-E338-9559CE8638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1AB1CE-F4F3-E7EA-8C84-7DAD88368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8376C-004B-44C3-95C3-74D9A1C3B88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D7A21C4-2BCD-BA14-46E7-721D533B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B257EF-543B-7C70-599C-3CFFBF9D1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0198-F9F8-4817-A9E3-128A94492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4273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598F21-B942-7429-063C-B603A5B62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5D1A49-D996-03BA-7958-714A004D7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A45172-51C8-DAB8-6446-DFD0766DD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8376C-004B-44C3-95C3-74D9A1C3B88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69CCB7-A774-44AA-AEE1-2FB134FB09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B6D379-F635-D1C7-1369-20C20D08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0198-F9F8-4817-A9E3-128A94492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953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04749-998E-A2A0-9C30-406F448CA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574A9C-755D-2925-8209-FE77F33731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3F4811-0A61-1268-316D-72AB48D45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8376C-004B-44C3-95C3-74D9A1C3B88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A60CED-5A02-7C77-3FC6-DD67422E5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F18C87-7A5E-EFDF-860B-744D25AC5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0198-F9F8-4817-A9E3-128A94492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841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E120F6-22EA-5946-9620-0EC47F781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3E708A-0E69-355A-7657-108C0B7A0B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DBA2D9-64AF-AD1E-1E44-B1601768A3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F1644B-E485-56EC-B7ED-B2076E64C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8376C-004B-44C3-95C3-74D9A1C3B88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2F03332-2A8F-4611-DEE0-6E3C0B860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13C034E-F29E-D283-AF2E-293544E06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0198-F9F8-4817-A9E3-128A94492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0063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3A175E-FBB8-F239-4495-B3B1F7EC2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AD378E-0633-45C9-E73B-6DEF776B3A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B3E1A8F-3AAD-37F5-D278-329C3CC9C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921C673-CD2C-17C4-9622-82D3744BB2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7F486A0-61EF-04AA-CD04-B65F094DC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14620F2-DB95-BB15-618E-BD96E6A3D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8376C-004B-44C3-95C3-74D9A1C3B88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33AE79-CDBA-59F9-4CDD-FF249F87D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30E1136-B4E4-AD6E-5D5B-0C3D19047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0198-F9F8-4817-A9E3-128A94492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1597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02CECA-69D1-F6B0-C67D-82B90D818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A9A315-A641-1221-9A55-C3FC921CA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8376C-004B-44C3-95C3-74D9A1C3B88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B57C42-40FC-5BD2-1A1A-F138A0F7A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329867-EA99-0FD9-F750-65F16D906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0198-F9F8-4817-A9E3-128A94492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03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4EA6730-CFCB-AC30-519C-42F85C222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8376C-004B-44C3-95C3-74D9A1C3B88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04567C3-E792-0FD4-5868-4C4082144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4117F9-51BD-AF86-7607-B4545B61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0198-F9F8-4817-A9E3-128A94492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318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E84227-FDFD-7C11-398D-A5F3D2733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EE0905-0849-6F73-A3D4-D6712AD688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FA592A0-51B0-8F7D-4C31-E3D5F32862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F69B7F-E10C-CF20-C30C-25E113D7C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8376C-004B-44C3-95C3-74D9A1C3B88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4F7756-8344-B80D-2318-6E6FDEE29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394EE8-7397-B0DC-087C-F548FCF28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0198-F9F8-4817-A9E3-128A94492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6348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435C24-61E9-ACDA-5BDA-BA21A3C33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DD4A4F-B28C-98D9-4824-FA9198BA60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BA1B7DF-5278-FFDA-1E12-6E6FDAB664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A75D44-769D-C701-2BA6-8749F4158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8376C-004B-44C3-95C3-74D9A1C3B88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261F29-15C1-6437-A84C-B5F1E13C8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48D1A8-7B88-30DE-9C75-3D2578C2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0198-F9F8-4817-A9E3-128A94492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591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E80B53-8401-369E-9250-34DD8850C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2FA19A-7F14-E095-9BE5-A3D459FB0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984AB2-5F62-8B89-FAED-4F18D1CA8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8376C-004B-44C3-95C3-74D9A1C3B88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DA5F9C-A719-F63F-E94C-1AD784BDB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F249EFA-30D9-B8DC-E0A5-86BFB343F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0198-F9F8-4817-A9E3-128A94492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7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04A5FF-D113-0B01-EE01-8B75774E5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6A3260A-704F-6580-7677-BAA61C88CA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A5AD4C-22F2-6DE8-2BA3-5E49E48C3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8376C-004B-44C3-95C3-74D9A1C3B88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B8E6D7-53CD-3C51-3C70-0B5DC3DAE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DA9F9C-C069-F47E-7A3E-A551448D4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50198-F9F8-4817-A9E3-128A94492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818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D600752-5C78-3531-347C-C33BD5918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16AE7C-826D-B600-03B3-82E5A9ED6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3D742C-28EC-9C3B-A025-76310329CF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28376C-004B-44C3-95C3-74D9A1C3B88E}" type="datetimeFigureOut">
              <a:rPr lang="zh-CN" altLang="en-US" smtClean="0"/>
              <a:t>2025/12/23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E60B22-3CD9-9AF7-DE13-BFE60C739A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F9717D-AA4F-CEC0-EC4D-BBFF0CCDE8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450198-F9F8-4817-A9E3-128A944927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6923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037A87-9F75-CFBE-31DC-92AD49EA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sz="4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APREBot</a:t>
            </a: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 Active Perception System for Reflexive Evasion Robot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内容占位符 4" descr="手机屏幕截图&#10;&#10;AI 生成的内容可能不正确。">
            <a:extLst>
              <a:ext uri="{FF2B5EF4-FFF2-40B4-BE49-F238E27FC236}">
                <a16:creationId xmlns:a16="http://schemas.microsoft.com/office/drawing/2014/main" id="{4E5A0D3C-2387-12C4-A2B6-99F07F9E43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9838" y="1825625"/>
            <a:ext cx="1019232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96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 descr="许多猫的照片上写着字&#10;&#10;AI 生成的内容可能不正确。">
            <a:extLst>
              <a:ext uri="{FF2B5EF4-FFF2-40B4-BE49-F238E27FC236}">
                <a16:creationId xmlns:a16="http://schemas.microsoft.com/office/drawing/2014/main" id="{17AA2FB3-EAA8-85F3-4B7A-34FBC61BFC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0429" y="616258"/>
            <a:ext cx="9233825" cy="435133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D7F720FD-1ACC-B40B-53DC-03467C5CC428}"/>
              </a:ext>
            </a:extLst>
          </p:cNvPr>
          <p:cNvSpPr txBox="1"/>
          <p:nvPr/>
        </p:nvSpPr>
        <p:spPr>
          <a:xfrm>
            <a:off x="1484671" y="4967596"/>
            <a:ext cx="94094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Fig. 4: Real-robot experiments demonstrating threat-aware decision making of the robot.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(a) The robot identifies the basketball in the human’s hand as a threat and continuously reorients to face it.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(b) The robot retreats slowly as the human approaches. 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(c) When poked rapidly with a stick, the robot performs reflexive evasion. </a:t>
            </a:r>
          </a:p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(d) When hit with a basketball, the robot executes reflexive evasion.</a:t>
            </a:r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1176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88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微软雅黑</vt:lpstr>
      <vt:lpstr>Arial</vt:lpstr>
      <vt:lpstr>Times New Roman</vt:lpstr>
      <vt:lpstr>Office 主题​​</vt:lpstr>
      <vt:lpstr>APREBot: Active Perception System for Reflexive Evasion Robot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伟诺 周</dc:creator>
  <cp:lastModifiedBy>伟诺 周</cp:lastModifiedBy>
  <cp:revision>2</cp:revision>
  <dcterms:created xsi:type="dcterms:W3CDTF">2025-12-19T04:47:28Z</dcterms:created>
  <dcterms:modified xsi:type="dcterms:W3CDTF">2025-12-23T02:22:13Z</dcterms:modified>
</cp:coreProperties>
</file>