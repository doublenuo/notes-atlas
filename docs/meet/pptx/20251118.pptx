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F5020D-A469-BF63-FC9F-1FF612FCF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A4E48EF-367A-BFA9-9913-9261437B6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C9815C-8F0E-2A8E-6473-D1A710649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F64857-66A9-F0A7-6263-C1377CB28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CAB71B-8EF5-4438-5966-D0F65E54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556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0B120C-B720-D30D-5112-1E030A1E6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F6B727-89E4-D727-C685-740BA742E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008013-7F99-6F16-E0B2-96CAF3B8D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81DEB1-8C7B-E7C6-AF5B-A7FEF1A88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38A865-FF10-46C3-CA6F-EB571CAEE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849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993719-1FBB-BBC7-7AAE-1BB6EAB7F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FC0542-651D-ACA7-604B-3E0E1F442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7524DB-1532-F79D-B231-2759671AE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27934D-D419-9861-390F-456137D2E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83E191-4FCA-7154-FA55-A9EB5F8C4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349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B68E19-596C-BCAF-E8B4-5412DB643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3426F4-F015-7326-3171-784C867090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F2A34C-D368-477D-BDF1-02B6DF02B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3AB842-66CD-A7CF-9282-57450B719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5CAEE5-B18F-242E-4F9B-E3E640BE0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277E71-82DD-5702-37A9-872B823EE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228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5C592-DC19-550A-3D74-AF4CCD0B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349DEA-9430-7312-375A-2153B1BE5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438B4C-D1C4-2B20-CCB8-1A69395F0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0FA6F81-F4FA-37F0-92C0-E831B760F7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A6A1FB-61DF-4058-7001-35A744DA0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08169B4-5529-70F7-AE2C-51E358D0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E65FE3-8E74-B3FE-4D8C-564B31B1E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271981-7453-9E10-B596-783C93E4B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400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74C238-0C06-2878-7035-0794E3D26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B88E64-47F7-B853-1B81-779DBCD84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C40082-5C65-CD81-0B1B-300739762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317637E-1AB5-515C-BDB4-58B2E7E1A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21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3D4974-6F10-8438-A4CE-1CCA1A0D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F5BB9AC-26B8-A740-036D-B9798C986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A7DE48-14D6-0D3A-F870-9A1D96D6A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432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44C5CD-BF43-F1C4-A310-10A60D8B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D50F62-F60A-EEB9-ABF1-0B331E572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3BFD79-3105-97CE-4258-9ED266FA5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0383D4-650A-6890-5C21-6B74774B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EB42C6-03DE-1F49-834B-13EA87971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8270BC-90F0-8252-9780-7678109B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667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B1452-9843-A5E4-D016-5D6DC6667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D908790-2132-314E-9C35-E58264FCE7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134544-6A6E-51F1-6488-0AD5FAAE2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B9031B-A6D7-196B-83CD-CDE3371DC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AA3B97-265D-20D1-A923-53D4DB821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362CD6-8825-B4FB-7FC7-A8E83947D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581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24FBBA-609C-7782-CAF0-3528C79B5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ED7F34-BF47-4A53-351A-EF57C35EFD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89DE4A-5687-FC99-CE77-8027AE97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682C7D-66F9-D1C9-FED1-F5FCC7568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C79608-1EDC-95B8-7A74-D6395C2BA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677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8D70F18-3DD6-D6BB-8ED7-ADAE3A929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3FCBCE-F1ED-5D6F-B4B3-B600C3F5B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CC5B5C-E66C-7EDC-6C0B-BB9C01B99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18-434D-45F6-9DFC-DAB7A023EBC6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9CC43A-2771-1EC0-0F06-55FE008FC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C7C374-833D-8238-27D0-640B2C74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003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A6F4BA9-6F28-CE7D-76FF-D3599558E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4C52D3-975E-D9F3-2A38-F81AAA738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52EEB5-2BD9-36E6-6576-0320BC837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29518-434D-45F6-9DFC-DAB7A023EBC6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4F3626-3179-D28E-449C-499025359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A535C9-3858-74A3-E21A-8DB40C3C73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93FC01-07BA-43B8-8D25-B071F8004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84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E89897-BAC3-5CD8-6D12-22FF82A8F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6" y="0"/>
            <a:ext cx="12772104" cy="1325563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Agile But Safe: Learning Collision-Free  High-Speed Legged Locomotion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D60FB7-447E-3BD4-B5EB-5781DEA062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13" y="980050"/>
            <a:ext cx="9851442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1995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9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Agile But Safe: Learning Collision-Free  High-Speed Legged Locomotion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伟诺 周</dc:creator>
  <cp:lastModifiedBy>伟诺 周</cp:lastModifiedBy>
  <cp:revision>8</cp:revision>
  <dcterms:created xsi:type="dcterms:W3CDTF">2025-11-11T11:32:59Z</dcterms:created>
  <dcterms:modified xsi:type="dcterms:W3CDTF">2025-11-17T03:02:48Z</dcterms:modified>
</cp:coreProperties>
</file>