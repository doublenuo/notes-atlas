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5020D-A469-BF63-FC9F-1FF612FCF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4E48EF-367A-BFA9-9913-9261437B6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C9815C-8F0E-2A8E-6473-D1A71064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64857-66A9-F0A7-6263-C1377CB2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CAB71B-8EF5-4438-5966-D0F65E54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55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B120C-B720-D30D-5112-1E030A1E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F6B727-89E4-D727-C685-740BA742E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008013-7F99-6F16-E0B2-96CAF3B8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81DEB1-8C7B-E7C6-AF5B-A7FEF1A8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8A865-FF10-46C3-CA6F-EB571CAE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84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93719-1FBB-BBC7-7AAE-1BB6EAB7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FC0542-651D-ACA7-604B-3E0E1F442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7524DB-1532-F79D-B231-2759671A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7934D-D419-9861-390F-456137D2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3E191-4FCA-7154-FA55-A9EB5F8C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34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68E19-596C-BCAF-E8B4-5412DB64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426F4-F015-7326-3171-784C86709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2A34C-D368-477D-BDF1-02B6DF02B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3AB842-66CD-A7CF-9282-57450B719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5CAEE5-B18F-242E-4F9B-E3E640BE0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277E71-82DD-5702-37A9-872B823E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22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5C592-DC19-550A-3D74-AF4CCD0B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349DEA-9430-7312-375A-2153B1BE5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438B4C-D1C4-2B20-CCB8-1A69395F0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FA6F81-F4FA-37F0-92C0-E831B760F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6A1FB-61DF-4058-7001-35A744DA0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8169B4-5529-70F7-AE2C-51E358D0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E65FE3-8E74-B3FE-4D8C-564B31B1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271981-7453-9E10-B596-783C93E4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40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4C238-0C06-2878-7035-0794E3D2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B88E64-47F7-B853-1B81-779DBCD8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C40082-5C65-CD81-0B1B-30073976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17637E-1AB5-515C-BDB4-58B2E7E1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21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3D4974-6F10-8438-A4CE-1CCA1A0D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5BB9AC-26B8-A740-036D-B9798C98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7DE48-14D6-0D3A-F870-9A1D96D6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43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4C5CD-BF43-F1C4-A310-10A60D8B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D50F62-F60A-EEB9-ABF1-0B331E572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3BFD79-3105-97CE-4258-9ED266FA5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0383D4-650A-6890-5C21-6B74774B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EB42C6-03DE-1F49-834B-13EA8797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8270BC-90F0-8252-9780-7678109B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66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B1452-9843-A5E4-D016-5D6DC6667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908790-2132-314E-9C35-E58264FCE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134544-6A6E-51F1-6488-0AD5FAAE2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B9031B-A6D7-196B-83CD-CDE3371D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A3B97-265D-20D1-A923-53D4DB82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362CD6-8825-B4FB-7FC7-A8E83947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58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4FBBA-609C-7782-CAF0-3528C79B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ED7F34-BF47-4A53-351A-EF57C35EF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9DE4A-5687-FC99-CE77-8027AE97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82C7D-66F9-D1C9-FED1-F5FCC756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C79608-1EDC-95B8-7A74-D6395C2B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67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D70F18-3DD6-D6BB-8ED7-ADAE3A929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3FCBCE-F1ED-5D6F-B4B3-B600C3F5B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CC5B5C-E66C-7EDC-6C0B-BB9C01B9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9CC43A-2771-1EC0-0F06-55FE008F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7C374-833D-8238-27D0-640B2C74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00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6F4BA9-6F28-CE7D-76FF-D3599558E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4C52D3-975E-D9F3-2A38-F81AAA73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52EEB5-2BD9-36E6-6576-0320BC837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29518-434D-45F6-9DFC-DAB7A023EBC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F3626-3179-D28E-449C-499025359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535C9-3858-74A3-E21A-8DB40C3C7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84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89897-BAC3-5CD8-6D12-22FF82A8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VR-Robo: A Real-to-Sim-to-Real Framework for Visual Robot Navigation and Locomotion</a:t>
            </a:r>
            <a:b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内容占位符 4">
            <a:extLst>
              <a:ext uri="{FF2B5EF4-FFF2-40B4-BE49-F238E27FC236}">
                <a16:creationId xmlns:a16="http://schemas.microsoft.com/office/drawing/2014/main" id="{B4C7A54B-3763-B4B9-6B4E-F9B0B94A7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394" y="1825625"/>
            <a:ext cx="97652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95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32D2C7C8-7922-4DEF-8C22-A9F54CB65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381" y="1982593"/>
            <a:ext cx="10515600" cy="362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12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VR-Robo: A Real-to-Sim-to-Real Framework for Visual Robot Navigation and Locomotion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7</cp:revision>
  <dcterms:created xsi:type="dcterms:W3CDTF">2025-11-11T11:32:59Z</dcterms:created>
  <dcterms:modified xsi:type="dcterms:W3CDTF">2025-12-10T05:46:55Z</dcterms:modified>
</cp:coreProperties>
</file>