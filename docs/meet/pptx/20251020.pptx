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82711-1C68-C0B7-E669-1745B542D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3EF886-B5CF-97A2-567C-2A92602BE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24F0A-B9E6-EC88-8857-DB2CD7E4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31CA0-99B7-F42D-1C7A-F0F6388D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55B0D-F9A0-8D01-22B2-E527AA4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06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6A495-5737-E703-6ADF-C2EE5C29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C1212-249B-C416-6B4C-2C316553A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CA646-1971-456A-ED7B-6AA71BC0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0A3BEB-2EFF-D671-27F9-EFDBAD24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510AE-CFD6-0226-A7BF-CBDD5A66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58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7608E-39E5-F194-73EF-AFF806B2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C72159-C579-94CA-2542-B5E5EA983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12DE93-679D-21C6-FC86-32BDC985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1A8FD-B976-2BF1-8D63-8623F497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A8B5D-A3B0-7430-DAF1-C451696E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5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730F-1837-DABB-A45D-DDC76BDB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D7F3C-1C61-F300-6545-322EB1291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74C2F4-8BB3-3C8B-9049-40F50A612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E10D90-95F9-C5A9-99F2-B1A3EBC8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545255-9529-BA94-AB03-B813D011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B069E7-95E2-9A11-7521-AC6CEFDC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06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7CADF-9DC4-9EA0-EFE6-DDDD367C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C0404B-AF5F-9F04-A11F-307E17DF2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94BAD2-58F0-A02B-F7CC-2D23197BD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B03647-C9A7-695F-574C-B67CC0EE9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F23361-052D-B7EF-B8FB-A0734E09F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7D4234-5708-B8E1-F60F-2BC3967B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2316A1-9060-A820-8CC0-7B35DE28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695030-E421-51CA-0123-C724490B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57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BD7B9-0609-BAB4-BC66-F2757BA9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E135E1-4A86-DE9F-6990-9FDA1B8D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0EA34D-99C2-A712-0122-E73A9735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E0E17E-A6FE-D8E8-485E-2245C2DA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65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7B5840-9E17-FCC8-E519-C5B21608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F5A68D-4AC8-E549-5315-4E683DFF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BD4B2-3E5F-C220-F315-C0FFE0F7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35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1F0CD-AF95-8990-6FAE-B2D15154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5EB45-6A11-32E9-DBBA-381F95E9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277379-F704-5FDA-9837-1643B4ACB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EFC020-406E-FD1B-BFC8-BCE58C32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200AA5-5601-AC76-144C-57D016A2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82DB33-EAD1-AE8F-BFF8-67943754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26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B946D-977B-89CF-89D9-4DC4063E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B3F5D7-5BEC-4AD2-2F6C-8CF0A4B2B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E3A6BB-66DB-7C83-FDDE-BCB620CD6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3DE285-C7B0-7213-DB02-6C236D55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9A16E5-807D-DB3C-9AC3-09CADD91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D741AA-C380-7D49-CED2-5031C3ED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6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07CF6-A4CC-B161-1B7A-889DB517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506BC-0E72-07B6-8236-703BBDF30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73880-99CB-D05F-4BD2-21550AA0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65BF7-1BEC-6153-41E3-291302F3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84ABCB-83CE-50AB-65B9-FA53659A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15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B3493E-E440-026E-C8A6-E308994B0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9CEC25-DC2D-BBAB-C102-0E2428FAD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08001-FFE3-C218-6CA3-B6CFD00E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56170D-3F81-1B59-00F6-4C6923D3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CF92EA-038F-76F8-92E2-6C4FB8C8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9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637ABC-E4C1-82C7-AFA8-CAE09A8F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B9F8AE-A771-351F-87F9-3B18E5B9B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CD32F-1394-A19D-BA4F-9B0F15D5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27A4A-3C3C-42B6-BB57-7EFA3B2ABD06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D21BC-A8E6-C178-D014-7763F7603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EAFCC-D52E-141A-9A11-F5788E7FB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13FCC-3E1A-4E5C-A224-BB94E7237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2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FB513-7F1C-25B0-C5F9-06687301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系统交互流程图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02E57D5-FE41-5EC6-89C9-3082D2C5835D}"/>
              </a:ext>
            </a:extLst>
          </p:cNvPr>
          <p:cNvSpPr/>
          <p:nvPr/>
        </p:nvSpPr>
        <p:spPr>
          <a:xfrm>
            <a:off x="278891" y="2074595"/>
            <a:ext cx="1253612" cy="6882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start</a:t>
            </a:r>
            <a:endParaRPr lang="zh-CN" altLang="en-US" sz="1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C3868-4590-97D9-25C2-631D423A154B}"/>
              </a:ext>
            </a:extLst>
          </p:cNvPr>
          <p:cNvSpPr/>
          <p:nvPr/>
        </p:nvSpPr>
        <p:spPr>
          <a:xfrm>
            <a:off x="1720761" y="1764418"/>
            <a:ext cx="1966781" cy="1308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ddpg</a:t>
            </a:r>
            <a:r>
              <a:rPr lang="en-US" altLang="zh-CN" sz="1400" dirty="0"/>
              <a:t> agent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env interface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yolo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ur5 vision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arm interface init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F40BF-6BF2-D13B-654A-C49D50016ACC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532503" y="2418724"/>
            <a:ext cx="1882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4C792DE-1681-1DF5-E760-6A32D94D9B45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>
            <a:off x="3687542" y="2418725"/>
            <a:ext cx="269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88EDF553-D3C2-4C13-285C-1DDEF7D8868C}"/>
              </a:ext>
            </a:extLst>
          </p:cNvPr>
          <p:cNvSpPr/>
          <p:nvPr/>
        </p:nvSpPr>
        <p:spPr>
          <a:xfrm>
            <a:off x="3956955" y="1920969"/>
            <a:ext cx="2155039" cy="9955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ur5 vision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depth_image_callback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image_callback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publish </a:t>
            </a:r>
            <a:r>
              <a:rPr lang="en-US" altLang="zh-CN" sz="1400" dirty="0" err="1"/>
              <a:t>cxy</a:t>
            </a:r>
            <a:r>
              <a:rPr lang="en-US" altLang="zh-CN" sz="1400" dirty="0"/>
              <a:t> topic</a:t>
            </a:r>
            <a:endParaRPr lang="zh-CN" altLang="en-US" sz="14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D0C8-2ABD-0D2E-1562-4D0D7197AC8C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6111994" y="2418725"/>
            <a:ext cx="755288" cy="9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流程图: 数据 11">
            <a:extLst>
              <a:ext uri="{FF2B5EF4-FFF2-40B4-BE49-F238E27FC236}">
                <a16:creationId xmlns:a16="http://schemas.microsoft.com/office/drawing/2014/main" id="{BCC6B5F6-C75A-56CF-A645-2723297DAA33}"/>
              </a:ext>
            </a:extLst>
          </p:cNvPr>
          <p:cNvSpPr/>
          <p:nvPr/>
        </p:nvSpPr>
        <p:spPr>
          <a:xfrm>
            <a:off x="8966351" y="1920969"/>
            <a:ext cx="3205983" cy="99551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400" dirty="0"/>
          </a:p>
          <a:p>
            <a:pPr algn="ctr"/>
            <a:r>
              <a:rPr lang="en-US" altLang="zh-CN" sz="1400" dirty="0"/>
              <a:t>env interface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sz="1400" dirty="0"/>
              <a:t>subscribe </a:t>
            </a:r>
            <a:r>
              <a:rPr lang="en-US" altLang="zh-CN" sz="1400" dirty="0" err="1"/>
              <a:t>cxy</a:t>
            </a:r>
            <a:r>
              <a:rPr lang="en-US" altLang="zh-CN" sz="1400" dirty="0"/>
              <a:t> 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ros</a:t>
            </a:r>
            <a:r>
              <a:rPr lang="en-US" altLang="zh-CN" sz="1400" dirty="0"/>
              <a:t> service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get_observation</a:t>
            </a:r>
            <a:endParaRPr lang="en-US" altLang="zh-C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 sz="1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49A2CE-A480-D2F9-B1EF-D5103AE82204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8910380" y="2418725"/>
            <a:ext cx="366737" cy="9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D59753A4-E5FE-907E-44BE-DFCC70BF9220}"/>
              </a:ext>
            </a:extLst>
          </p:cNvPr>
          <p:cNvSpPr/>
          <p:nvPr/>
        </p:nvSpPr>
        <p:spPr>
          <a:xfrm>
            <a:off x="10135337" y="3884342"/>
            <a:ext cx="1830521" cy="10781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ddpg</a:t>
            </a:r>
            <a:r>
              <a:rPr lang="en-US" altLang="zh-CN" sz="1400" dirty="0"/>
              <a:t> agent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_</a:t>
            </a:r>
            <a:r>
              <a:rPr lang="en-US" altLang="zh-CN" sz="1400" dirty="0" err="1"/>
              <a:t>preproc_inputs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_</a:t>
            </a:r>
            <a:r>
              <a:rPr lang="en-US" altLang="zh-CN" sz="1400" dirty="0" err="1"/>
              <a:t>preproc_og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_</a:t>
            </a:r>
            <a:r>
              <a:rPr lang="en-US" altLang="zh-CN" sz="1400" dirty="0" err="1"/>
              <a:t>select_actions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_</a:t>
            </a:r>
            <a:r>
              <a:rPr lang="en-US" altLang="zh-CN" sz="1400" dirty="0" err="1"/>
              <a:t>eval_agent</a:t>
            </a:r>
            <a:endParaRPr lang="en-US" altLang="zh-CN" sz="14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0E0D877-1235-12B2-1A8D-34ECA9EA377D}"/>
              </a:ext>
            </a:extLst>
          </p:cNvPr>
          <p:cNvCxnSpPr>
            <a:cxnSpLocks/>
          </p:cNvCxnSpPr>
          <p:nvPr/>
        </p:nvCxnSpPr>
        <p:spPr>
          <a:xfrm>
            <a:off x="11049750" y="2927229"/>
            <a:ext cx="847" cy="946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0B2F415-296B-EAAF-7E9E-3D63726A6F23}"/>
              </a:ext>
            </a:extLst>
          </p:cNvPr>
          <p:cNvSpPr/>
          <p:nvPr/>
        </p:nvSpPr>
        <p:spPr>
          <a:xfrm>
            <a:off x="6867282" y="1930380"/>
            <a:ext cx="2043098" cy="9955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400" dirty="0"/>
          </a:p>
          <a:p>
            <a:pPr algn="ctr"/>
            <a:r>
              <a:rPr lang="en-US" altLang="zh-CN" sz="1400" dirty="0"/>
              <a:t>yolo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getTracker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ros</a:t>
            </a:r>
            <a:r>
              <a:rPr lang="en-US" altLang="zh-CN" sz="1400" dirty="0"/>
              <a:t> service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63" name="流程图: 决策 62">
            <a:extLst>
              <a:ext uri="{FF2B5EF4-FFF2-40B4-BE49-F238E27FC236}">
                <a16:creationId xmlns:a16="http://schemas.microsoft.com/office/drawing/2014/main" id="{E68EEF6A-E5A1-503E-F98A-78BCE44F7281}"/>
              </a:ext>
            </a:extLst>
          </p:cNvPr>
          <p:cNvSpPr/>
          <p:nvPr/>
        </p:nvSpPr>
        <p:spPr>
          <a:xfrm>
            <a:off x="4055966" y="3734576"/>
            <a:ext cx="1957019" cy="139372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is_success</a:t>
            </a:r>
            <a:endParaRPr lang="zh-CN" altLang="en-US" sz="14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ECB25B4-E94E-87AD-EFE8-7397B7C22A99}"/>
              </a:ext>
            </a:extLst>
          </p:cNvPr>
          <p:cNvSpPr/>
          <p:nvPr/>
        </p:nvSpPr>
        <p:spPr>
          <a:xfrm>
            <a:off x="8515227" y="3928153"/>
            <a:ext cx="1360175" cy="1006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arm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execute</a:t>
            </a:r>
            <a:endParaRPr lang="zh-CN" altLang="en-US" sz="1400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1E66E4A-5613-C9B4-5F42-4FE638597D27}"/>
              </a:ext>
            </a:extLst>
          </p:cNvPr>
          <p:cNvCxnSpPr>
            <a:cxnSpLocks/>
            <a:stCxn id="45" idx="1"/>
            <a:endCxn id="67" idx="3"/>
          </p:cNvCxnSpPr>
          <p:nvPr/>
        </p:nvCxnSpPr>
        <p:spPr>
          <a:xfrm flipH="1">
            <a:off x="9875402" y="4423424"/>
            <a:ext cx="259935" cy="8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676FD147-5F22-81F5-963C-5798E7FF12D7}"/>
              </a:ext>
            </a:extLst>
          </p:cNvPr>
          <p:cNvCxnSpPr>
            <a:cxnSpLocks/>
            <a:stCxn id="67" idx="1"/>
            <a:endCxn id="6" idx="3"/>
          </p:cNvCxnSpPr>
          <p:nvPr/>
        </p:nvCxnSpPr>
        <p:spPr>
          <a:xfrm flipH="1">
            <a:off x="8227240" y="4431440"/>
            <a:ext cx="287987" cy="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8C9138B1-5E76-356B-55B4-2F3CDA8C12BB}"/>
              </a:ext>
            </a:extLst>
          </p:cNvPr>
          <p:cNvCxnSpPr>
            <a:cxnSpLocks/>
            <a:stCxn id="63" idx="1"/>
            <a:endCxn id="170" idx="3"/>
          </p:cNvCxnSpPr>
          <p:nvPr/>
        </p:nvCxnSpPr>
        <p:spPr>
          <a:xfrm flipH="1">
            <a:off x="3324917" y="4431440"/>
            <a:ext cx="731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5F50F748-BD0D-4662-BF50-36BD683CCCEA}"/>
              </a:ext>
            </a:extLst>
          </p:cNvPr>
          <p:cNvSpPr/>
          <p:nvPr/>
        </p:nvSpPr>
        <p:spPr>
          <a:xfrm>
            <a:off x="1532503" y="3884921"/>
            <a:ext cx="1792414" cy="1093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arm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reset_env</a:t>
            </a:r>
            <a:endParaRPr lang="en-US" altLang="zh-CN" sz="1400" dirty="0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05EA15C9-BCDF-CBFA-6F63-696DCBB3E3EE}"/>
              </a:ext>
            </a:extLst>
          </p:cNvPr>
          <p:cNvSpPr txBox="1"/>
          <p:nvPr/>
        </p:nvSpPr>
        <p:spPr>
          <a:xfrm flipH="1">
            <a:off x="3523340" y="4084869"/>
            <a:ext cx="487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16539CE2-EA7C-939B-863B-D6D42983BD2A}"/>
              </a:ext>
            </a:extLst>
          </p:cNvPr>
          <p:cNvSpPr/>
          <p:nvPr/>
        </p:nvSpPr>
        <p:spPr>
          <a:xfrm>
            <a:off x="4244038" y="5786714"/>
            <a:ext cx="1580872" cy="607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next move</a:t>
            </a:r>
            <a:endParaRPr lang="zh-CN" altLang="en-US" sz="1400" dirty="0"/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425EDD03-073C-1FA9-A4FB-C48353AF625D}"/>
              </a:ext>
            </a:extLst>
          </p:cNvPr>
          <p:cNvCxnSpPr>
            <a:cxnSpLocks/>
            <a:stCxn id="63" idx="2"/>
            <a:endCxn id="174" idx="0"/>
          </p:cNvCxnSpPr>
          <p:nvPr/>
        </p:nvCxnSpPr>
        <p:spPr>
          <a:xfrm flipH="1">
            <a:off x="5034474" y="5128304"/>
            <a:ext cx="2" cy="65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0556D557-57F4-B0E5-A1EC-F773573B29FE}"/>
              </a:ext>
            </a:extLst>
          </p:cNvPr>
          <p:cNvSpPr txBox="1"/>
          <p:nvPr/>
        </p:nvSpPr>
        <p:spPr>
          <a:xfrm>
            <a:off x="4616437" y="5179572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A4F8FB53-E25D-3E70-2476-98B63C50B89F}"/>
              </a:ext>
            </a:extLst>
          </p:cNvPr>
          <p:cNvCxnSpPr>
            <a:cxnSpLocks/>
            <a:stCxn id="170" idx="0"/>
            <a:endCxn id="22" idx="2"/>
          </p:cNvCxnSpPr>
          <p:nvPr/>
        </p:nvCxnSpPr>
        <p:spPr>
          <a:xfrm flipV="1">
            <a:off x="2428710" y="2916480"/>
            <a:ext cx="2605765" cy="968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7F8F37CF-BC07-B9C9-1FA9-79368FBD9BCF}"/>
              </a:ext>
            </a:extLst>
          </p:cNvPr>
          <p:cNvSpPr/>
          <p:nvPr/>
        </p:nvSpPr>
        <p:spPr>
          <a:xfrm>
            <a:off x="6352933" y="3948489"/>
            <a:ext cx="1874307" cy="9664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ddpg</a:t>
            </a:r>
            <a:r>
              <a:rPr lang="en-US" altLang="zh-CN" sz="1400" dirty="0"/>
              <a:t> agent node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compute_reward</a:t>
            </a:r>
            <a:endParaRPr lang="en-US" altLang="zh-CN" sz="1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F98C781-9922-DE4B-E438-DF6A7D2AF6D6}"/>
              </a:ext>
            </a:extLst>
          </p:cNvPr>
          <p:cNvCxnSpPr>
            <a:stCxn id="6" idx="1"/>
            <a:endCxn id="63" idx="3"/>
          </p:cNvCxnSpPr>
          <p:nvPr/>
        </p:nvCxnSpPr>
        <p:spPr>
          <a:xfrm flipH="1" flipV="1">
            <a:off x="6012985" y="4431440"/>
            <a:ext cx="339948" cy="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16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6297E-A2E4-C6DA-6D08-D497B58C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YOLOV5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3192C-214F-DEFF-4D4D-2547EBE5D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从摄像头中获取</a:t>
            </a:r>
            <a:r>
              <a:rPr lang="en-US" altLang="zh-CN" dirty="0"/>
              <a:t>RGB</a:t>
            </a:r>
            <a:r>
              <a:rPr lang="zh-CN" altLang="en-US" dirty="0"/>
              <a:t>图像与深度图像；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图像预处理：</a:t>
            </a:r>
            <a:r>
              <a:rPr lang="en-US" altLang="zh-CN" dirty="0"/>
              <a:t>letterbox / pad</a:t>
            </a:r>
            <a:r>
              <a:rPr lang="zh-CN" altLang="en-US" dirty="0"/>
              <a:t> </a:t>
            </a:r>
            <a:r>
              <a:rPr lang="en-US" altLang="zh-CN" dirty="0"/>
              <a:t>/ </a:t>
            </a:r>
            <a:r>
              <a:rPr lang="zh-CN" altLang="en-US" dirty="0"/>
              <a:t>归一化 </a:t>
            </a:r>
            <a:r>
              <a:rPr lang="en-US" altLang="zh-CN" dirty="0"/>
              <a:t>/ </a:t>
            </a:r>
            <a:r>
              <a:rPr lang="zh-CN" altLang="en-US" dirty="0"/>
              <a:t>通道转换；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模型前向与 </a:t>
            </a:r>
            <a:r>
              <a:rPr lang="en-US" altLang="zh-CN" dirty="0"/>
              <a:t>NMS</a:t>
            </a:r>
            <a:r>
              <a:rPr lang="zh-CN" altLang="en-US" dirty="0"/>
              <a:t>；</a:t>
            </a:r>
            <a:r>
              <a:rPr lang="en-US" altLang="zh-CN" dirty="0"/>
              <a:t>	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坐标映射与深度提取：每个框中心周围随机采 </a:t>
            </a:r>
            <a:r>
              <a:rPr lang="en-US" altLang="zh-CN" dirty="0"/>
              <a:t>40 </a:t>
            </a:r>
            <a:r>
              <a:rPr lang="zh-CN" altLang="en-US" dirty="0"/>
              <a:t>个深度点，取中值附近 </a:t>
            </a:r>
            <a:r>
              <a:rPr lang="en-US" altLang="zh-CN" dirty="0"/>
              <a:t>50% </a:t>
            </a:r>
            <a:r>
              <a:rPr lang="zh-CN" altLang="en-US" dirty="0"/>
              <a:t>的平均作为目标深度；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ros</a:t>
            </a:r>
            <a:r>
              <a:rPr lang="en-US" altLang="zh-CN" dirty="0"/>
              <a:t> service server</a:t>
            </a:r>
          </a:p>
        </p:txBody>
      </p:sp>
    </p:spTree>
    <p:extLst>
      <p:ext uri="{BB962C8B-B14F-4D97-AF65-F5344CB8AC3E}">
        <p14:creationId xmlns:p14="http://schemas.microsoft.com/office/powerpoint/2010/main" val="226601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151</Words>
  <Application>Microsoft Office PowerPoint</Application>
  <PresentationFormat>宽屏</PresentationFormat>
  <Paragraphs>41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系统交互流程图</vt:lpstr>
      <vt:lpstr>YOLOV5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5</cp:revision>
  <dcterms:created xsi:type="dcterms:W3CDTF">2025-10-17T05:50:39Z</dcterms:created>
  <dcterms:modified xsi:type="dcterms:W3CDTF">2025-10-20T01:46:46Z</dcterms:modified>
</cp:coreProperties>
</file>